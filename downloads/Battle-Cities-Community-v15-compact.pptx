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3f5408a03c4b1c" /><Relationship Type="http://schemas.openxmlformats.org/officeDocument/2006/relationships/extended-properties" Target="/docProps/app.xml" Id="R6a9c39998ef04ef7" /><Relationship Type="http://schemas.openxmlformats.org/officeDocument/2006/relationships/officeDocument" Target="/ppt/presentation.xml" Id="R7d5d2e34c2fa4ff7" /></Relationships>
</file>

<file path=ppt/presentation.xml><?xml version="1.0" encoding="utf-8"?>
<p:presentation xmlns:p="http://schemas.openxmlformats.org/presentationml/2006/main">
  <p:sldMasterIdLst>
    <p:sldMasterId xmlns:r="http://schemas.openxmlformats.org/officeDocument/2006/relationships" id="2147483648" r:id="R2799addffcea41c5"/>
  </p:sldMasterIdLst>
  <p:notesMasterIdLst>
    <p:notesMasterId xmlns:r="http://schemas.openxmlformats.org/officeDocument/2006/relationships" r:id="R0a3e1c54f1ba441f"/>
  </p:notesMasterIdLst>
  <p:sldIdLst>
    <p:sldId xmlns:r="http://schemas.openxmlformats.org/officeDocument/2006/relationships" id="256" r:id="Rf55aba1f42234e87"/>
    <p:sldId xmlns:r="http://schemas.openxmlformats.org/officeDocument/2006/relationships" id="257" r:id="Rc62146e94c704c17"/>
    <p:sldId xmlns:r="http://schemas.openxmlformats.org/officeDocument/2006/relationships" id="258" r:id="Rc903f143f6fe4bed"/>
    <p:sldId xmlns:r="http://schemas.openxmlformats.org/officeDocument/2006/relationships" id="259" r:id="Ra888b24b65c444a7"/>
    <p:sldId xmlns:r="http://schemas.openxmlformats.org/officeDocument/2006/relationships" id="260" r:id="R30af68c65fe24d73"/>
    <p:sldId xmlns:r="http://schemas.openxmlformats.org/officeDocument/2006/relationships" id="261" r:id="R1ad7967712ff4e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170c80e58a4cf0" /><Relationship Type="http://schemas.openxmlformats.org/officeDocument/2006/relationships/slideMaster" Target="/ppt/slideMasters/slideMaster1.xml" Id="R2799addffcea41c5" /><Relationship Type="http://schemas.openxmlformats.org/officeDocument/2006/relationships/notesMaster" Target="/ppt/notesMasters/notesMaster1.xml" Id="R0a3e1c54f1ba441f" /><Relationship Type="http://schemas.openxmlformats.org/officeDocument/2006/relationships/presProps" Target="/ppt/presProps.xml" Id="Rf53a02653c4e4b11" /><Relationship Type="http://schemas.openxmlformats.org/officeDocument/2006/relationships/tableStyles" Target="/ppt/tableStyles.xml" Id="R6abca1d3f5ba4f8b" /><Relationship Type="http://schemas.openxmlformats.org/officeDocument/2006/relationships/slide" Target="/ppt/slides/slide1.xml" Id="Rf55aba1f42234e87" /><Relationship Type="http://schemas.openxmlformats.org/officeDocument/2006/relationships/slide" Target="/ppt/slides/slide2.xml" Id="Rc62146e94c704c17" /><Relationship Type="http://schemas.openxmlformats.org/officeDocument/2006/relationships/slide" Target="/ppt/slides/slide3.xml" Id="Rc903f143f6fe4bed" /><Relationship Type="http://schemas.openxmlformats.org/officeDocument/2006/relationships/slide" Target="/ppt/slides/slide4.xml" Id="Ra888b24b65c444a7" /><Relationship Type="http://schemas.openxmlformats.org/officeDocument/2006/relationships/slide" Target="/ppt/slides/slide5.xml" Id="R30af68c65fe24d73" /><Relationship Type="http://schemas.openxmlformats.org/officeDocument/2006/relationships/slide" Target="/ppt/slides/slide6.xml" Id="R1ad7967712ff4e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9aa9cbaf6c4b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5dc25caffa4441" /><Relationship Type="http://schemas.openxmlformats.org/officeDocument/2006/relationships/notesMaster" Target="/ppt/notesMasters/notesMaster1.xml" Id="R4b98875a409348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c0ff3360964e27" /><Relationship Type="http://schemas.openxmlformats.org/officeDocument/2006/relationships/notesMaster" Target="/ppt/notesMasters/notesMaster1.xml" Id="R5e9d01aa58f64e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8e257a98654502" /><Relationship Type="http://schemas.openxmlformats.org/officeDocument/2006/relationships/notesMaster" Target="/ppt/notesMasters/notesMaster1.xml" Id="Rc332a959008040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c294ccb0cb4d42" /><Relationship Type="http://schemas.openxmlformats.org/officeDocument/2006/relationships/notesMaster" Target="/ppt/notesMasters/notesMaster1.xml" Id="Ra58f068f895646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8d1f8abbe041b0" /><Relationship Type="http://schemas.openxmlformats.org/officeDocument/2006/relationships/notesMaster" Target="/ppt/notesMasters/notesMaster1.xml" Id="R785313a69fc44f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2bb96263ae4c76" /><Relationship Type="http://schemas.openxmlformats.org/officeDocument/2006/relationships/notesMaster" Target="/ppt/notesMasters/notesMaster1.xml" Id="Ra3212cdb37d94e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Player and community introduction. Battle Cities is a Unity remake of retro Battle City. The original project mascot is unchanged. Full logo supplied by the team: C:/Users/tassa/Downloads/ChatGPT Image Oct 2, 2026, 08_13_27 PM.png. It includes the tagline Build. Defend. Conquer.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Battle City is the inspiration for Battle Cities, as described by the team. The two original-game screenshots and two current Unity prototype screenshots were supplied by the team. Sources: C:/Users/tassa/Desktop/utils/slides/old battle city.png; C:/Users/tassa/Desktop/utils/slides/old stage.png; C:/Users/tassa/Desktop/utils/slides/Screenshot 2026-09-25 162450.png; C:/Users/tassa/Desktop/utils/slides/Screenshot 2026-09-25 162533.png. The original screenshots show the title screen and battlefield. The adaptation screenshots show night and day combat prototypes, including development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Shop screenshot supplied by the user on 2026-09-25. Displayed fuel packs: Fuel x1 150 BATC, Fuel x5 600 BATC, Fuel x20 1800 BATC. Tabs include Loadout, BATC, Solana and Swap. Screenshot replaces the decorative shop icon. Other slides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Select Tank view is an illustrative state with 3 fuel and Vanguard selected at 1 fuel. The right-hand Loadout scene is concept artwork generated for this presentation: one three-dimensional Vanguard tank on a central podium, Shield and Freeze connected as equipped powers, and two empty slots. It reflects the four-slot loadout and purchased inventory behavior in src/webUi/ShopWebUi.ts and src/shop/ShopManager.ts. It is not a screenshot of a currently implemented loadout view. Art source: assets/loadout-vanguard-podium.png. Generation prompt: assets/loadout-vanguard-podium.prompt.txt.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leaderboard uses fictional abbreviated Solana wallet addresses and demonstration scores. Source UI supplied by the team: C:/Users/tassa/AppData/Local/Temp/codex-clipboard-c4899264-c543-42fb-96ce-eb25301dfd5f.png. Sample panel: assets/leaderboard-wallet-sample.png. Sample rows (rank, abbreviated wallet, score, BATC): 1 7pQm...F8kN 28450 1000; 2 D3xR...9vTa 25900 750; 3 9WcK...m2Hs 23750 500; 4 B6rN...Q7yf 21400 250; 5 4hVt...P9aD 19850 250; 6 H8kM...5xRc 18600 250; 7 2nYs...V6qB 17250 250; 8 F9wP...3dKz 15900 250; 9 6tCa...N4jW 14300 250; 10 A5zH...8sXe 12850 250. Sample countdown is 18:42. Reward amounts and 30-minute round design follow the team-provided main-menu artwork. These are not live results or guaranteed payouts. Crate sources: Unity Assets/BattleCities/UI/Art/reference-style-v2/main-menu/rewards/reward-silver.png, reward-gold.png, reward-bronze.png and reward-cyan.png.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Visuals reused from original generated Battle Cities assets, not regenerated. Power-up sprites are presentation crops of the Unity atlas at Assets/BattleCities/Art/Powerups/atlas.png. Deployables: output/art/powerups/planted-ground-mine.png, attack-drone.png, ground-sentry/ground-sentry-concept.png, land-drone/land-attack-drone-precise.png. Tank concept: output/art/tanks/fast-shooter-tank-concept.png. The tank image illustrates the design language; names A–D describe enemy tiers and do not imply four rendered variants. Power Shot icon is illustrative from the atlas. Gameplay definitions from Unity BattleSimulation.cs and ChargedFireInput.cs. BATC pickups from src/powerup/PowerupType.ts.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37b106932946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cb1dddde7148f8" /><Relationship Type="http://schemas.openxmlformats.org/officeDocument/2006/relationships/slideLayout" Target="/ppt/slideLayouts/slideLayout1.xml" Id="R6bf1ff68e28145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f1ff68e28145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7b7d0510974669" /><Relationship Type="http://schemas.openxmlformats.org/officeDocument/2006/relationships/image" Target="/ppt/media/image.png" Id="R1c9ff093d02841b2" /><Relationship Type="http://schemas.openxmlformats.org/officeDocument/2006/relationships/image" Target="/ppt/media/image2.png" Id="R8acb6d9f16bb4148" /><Relationship Type="http://schemas.openxmlformats.org/officeDocument/2006/relationships/image" Target="/ppt/media/image3.png" Id="R06b35e2d4b0d4aec" /><Relationship Type="http://schemas.openxmlformats.org/officeDocument/2006/relationships/notesSlide" Target="/ppt/notesSlides/notesSlide1.xml" Id="R00d26ec94c154e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561a4aec4142ca" /><Relationship Type="http://schemas.openxmlformats.org/officeDocument/2006/relationships/image" Target="/ppt/media/image.png" Id="R3365315328eb4db0" /><Relationship Type="http://schemas.openxmlformats.org/officeDocument/2006/relationships/image" Target="/ppt/media/image5.png" Id="R2e2bb980db9e49ac" /><Relationship Type="http://schemas.openxmlformats.org/officeDocument/2006/relationships/image" Target="/ppt/media/image.png" Id="R6d9a85da8fc64f29" /><Relationship Type="http://schemas.openxmlformats.org/officeDocument/2006/relationships/image" Target="/ppt/media/image7.png" Id="R97c1c2cbf31a49a4" /><Relationship Type="http://schemas.openxmlformats.org/officeDocument/2006/relationships/image" Target="/ppt/media/image8.png" Id="Rfe235bcef1a0447c" /><Relationship Type="http://schemas.openxmlformats.org/officeDocument/2006/relationships/image" Target="/ppt/media/image9.png" Id="Rdeb117573b3d4ae4" /><Relationship Type="http://schemas.openxmlformats.org/officeDocument/2006/relationships/image" Target="/ppt/media/image10.png" Id="Rfaeb54ee5143436c" /><Relationship Type="http://schemas.openxmlformats.org/officeDocument/2006/relationships/notesSlide" Target="/ppt/notesSlides/notesSlide2.xml" Id="R5fa5f355be6844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1a26e29b964159" /><Relationship Type="http://schemas.openxmlformats.org/officeDocument/2006/relationships/image" Target="/ppt/media/image.png" Id="Rc356cc09b4aa4ff5" /><Relationship Type="http://schemas.openxmlformats.org/officeDocument/2006/relationships/image" Target="/ppt/media/image12.png" Id="R35cb0de97e9b4c53" /><Relationship Type="http://schemas.openxmlformats.org/officeDocument/2006/relationships/notesSlide" Target="/ppt/notesSlides/notesSlide3.xml" Id="Rca6822b61bfe4c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3ed1e8e7994efc" /><Relationship Type="http://schemas.openxmlformats.org/officeDocument/2006/relationships/image" Target="/ppt/media/image.png" Id="R762ae5fd3bbc4e54" /><Relationship Type="http://schemas.openxmlformats.org/officeDocument/2006/relationships/image" Target="/ppt/media/image14.png" Id="Rd018178f441f4bb3" /><Relationship Type="http://schemas.openxmlformats.org/officeDocument/2006/relationships/image" Target="/ppt/media/image15.png" Id="R2d43b864574d47c0" /><Relationship Type="http://schemas.openxmlformats.org/officeDocument/2006/relationships/notesSlide" Target="/ppt/notesSlides/notesSlide4.xml" Id="Rbeeab58d7eca40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435c0af51d84afa" /><Relationship Type="http://schemas.openxmlformats.org/officeDocument/2006/relationships/image" Target="/ppt/media/image.png" Id="R30bcf5f3af4c432f" /><Relationship Type="http://schemas.openxmlformats.org/officeDocument/2006/relationships/image" Target="/ppt/media/image17.png" Id="Reb674fb6c384409e" /><Relationship Type="http://schemas.openxmlformats.org/officeDocument/2006/relationships/image" Target="/ppt/media/image18.png" Id="R473cc5f9597a40ab" /><Relationship Type="http://schemas.openxmlformats.org/officeDocument/2006/relationships/image" Target="/ppt/media/image19.png" Id="R0619a854c8c24805" /><Relationship Type="http://schemas.openxmlformats.org/officeDocument/2006/relationships/image" Target="/ppt/media/image20.png" Id="R82b60612994849d0" /><Relationship Type="http://schemas.openxmlformats.org/officeDocument/2006/relationships/image" Target="/ppt/media/image.png" Id="Rf309db5e75604782" /><Relationship Type="http://schemas.openxmlformats.org/officeDocument/2006/relationships/image" Target="/ppt/media/image22.png" Id="R08a121af49804140" /><Relationship Type="http://schemas.openxmlformats.org/officeDocument/2006/relationships/image" Target="/ppt/media/image17.png" Id="Rca67195ed40e4a91" /><Relationship Type="http://schemas.openxmlformats.org/officeDocument/2006/relationships/image" Target="/ppt/media/image18.png" Id="R05155d8cee04453f" /><Relationship Type="http://schemas.openxmlformats.org/officeDocument/2006/relationships/image" Target="/ppt/media/image19.png" Id="Rff3f467ed04b4f5b" /><Relationship Type="http://schemas.openxmlformats.org/officeDocument/2006/relationships/image" Target="/ppt/media/image20.png" Id="Rd581271274924f17" /><Relationship Type="http://schemas.openxmlformats.org/officeDocument/2006/relationships/notesSlide" Target="/ppt/notesSlides/notesSlide5.xml" Id="Reaec2d3c6a3f43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e46ab5f2b74f8f" /><Relationship Type="http://schemas.openxmlformats.org/officeDocument/2006/relationships/image" Target="/ppt/media/image.png" Id="Rc680e9236aa846e0" /><Relationship Type="http://schemas.openxmlformats.org/officeDocument/2006/relationships/image" Target="/ppt/media/image28.png" Id="R9896b65483974bc5" /><Relationship Type="http://schemas.openxmlformats.org/officeDocument/2006/relationships/image" Target="/ppt/media/image28.png" Id="R6fca8ebe91fa46f7" /><Relationship Type="http://schemas.openxmlformats.org/officeDocument/2006/relationships/image" Target="/ppt/media/image28.png" Id="R05f3eba485bd4b50" /><Relationship Type="http://schemas.openxmlformats.org/officeDocument/2006/relationships/image" Target="/ppt/media/image28.png" Id="Rdc8a8e95cd374759" /><Relationship Type="http://schemas.openxmlformats.org/officeDocument/2006/relationships/image" Target="/ppt/media/image28.png" Id="Rfbbb77e51dce49b1" /><Relationship Type="http://schemas.openxmlformats.org/officeDocument/2006/relationships/image" Target="/ppt/media/image28.png" Id="R756a3c92da474f80" /><Relationship Type="http://schemas.openxmlformats.org/officeDocument/2006/relationships/image" Target="/ppt/media/image28.png" Id="R68657750f5a048b4" /><Relationship Type="http://schemas.openxmlformats.org/officeDocument/2006/relationships/image" Target="/ppt/media/image28.png" Id="R6053d7c68c824c0e" /><Relationship Type="http://schemas.openxmlformats.org/officeDocument/2006/relationships/image" Target="/ppt/media/image28.png" Id="Red128b58dd7e4161" /><Relationship Type="http://schemas.openxmlformats.org/officeDocument/2006/relationships/image" Target="/ppt/media/image28.png" Id="R54dc4b3bbdb6489e" /><Relationship Type="http://schemas.openxmlformats.org/officeDocument/2006/relationships/image" Target="/ppt/media/image38.png" Id="R72eb362fe33447b5" /><Relationship Type="http://schemas.openxmlformats.org/officeDocument/2006/relationships/image" Target="/ppt/media/image39.png" Id="R4aa96b62d1294773" /><Relationship Type="http://schemas.openxmlformats.org/officeDocument/2006/relationships/image" Target="/ppt/media/image40.png" Id="Rd2c254fd9d1a4958" /><Relationship Type="http://schemas.openxmlformats.org/officeDocument/2006/relationships/image" Target="/ppt/media/image41.png" Id="Rf5686a28772548d1" /><Relationship Type="http://schemas.openxmlformats.org/officeDocument/2006/relationships/image" Target="/ppt/media/image42.png" Id="Rcab6ade70f23491e" /><Relationship Type="http://schemas.openxmlformats.org/officeDocument/2006/relationships/image" Target="/ppt/media/image28.png" Id="R8cadc26909444b50" /><Relationship Type="http://schemas.openxmlformats.org/officeDocument/2006/relationships/notesSlide" Target="/ppt/notesSlides/notesSlide6.xml" Id="Re10067db7968437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c9ff093d02841b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acb6d9f16bb4148"/>
          <a:srcRect xmlns:a="http://schemas.openxmlformats.org/drawingml/2006/main" l="0" t="3589" r="4386" b="1914"/>
          <a:stretch xmlns:a="http://schemas.openxmlformats.org/drawingml/2006/main"/>
        </p:blipFill>
        <p:spPr>
          <a:xfrm xmlns:a="http://schemas.openxmlformats.org/drawingml/2006/main">
            <a:off x="1511469" y="352425"/>
            <a:ext cx="3777912" cy="3733800"/>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6b35e2d4b0d4aec"/>
          <a:stretch xmlns:a="http://schemas.openxmlformats.org/drawingml/2006/main"/>
        </p:blipFill>
        <p:spPr>
          <a:xfrm xmlns:a="http://schemas.openxmlformats.org/drawingml/2006/main">
            <a:off x="6589476" y="1143000"/>
            <a:ext cx="4889973" cy="47910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FB651A8-4CF9-465E-BF3A-401974688393}"/>
              </a:ext>
            </a:extLst>
          </p:cNvPr>
          <p:cNvSpPr>
            <a:spLocks xmlns:a="http://schemas.openxmlformats.org/drawingml/2006/main" noGrp="1"/>
          </p:cNvSpPr>
          <p:nvPr/>
        </p:nvSpPr>
        <p:spPr>
          <a:xfrm xmlns:a="http://schemas.openxmlformats.org/drawingml/2006/main">
            <a:off x="838200" y="4162425"/>
            <a:ext cx="5429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FD44E"/>
                </a:solidFill>
                <a:latin typeface="Arial"/>
                <a:ea typeface="Arial"/>
                <a:cs typeface="Arial"/>
              </a:defRPr>
            </a:pPr>
            <a:r>
              <a:rPr sz="3300" b="1">
                <a:solidFill>
                  <a:srgbClr val="FFD44E"/>
                </a:solidFill>
                <a:latin typeface="Arial"/>
                <a:ea typeface="Arial"/>
                <a:cs typeface="Arial"/>
              </a:rPr>
              <a:t>Classic tank combat,</a:t>
            </a:r>
          </a:p>
          <a:p xmlns:a="http://schemas.openxmlformats.org/drawingml/2006/main">
            <a:pPr>
              <a:buNone/>
              <a:defRPr sz="3300" b="1">
                <a:solidFill>
                  <a:srgbClr val="FFD44E"/>
                </a:solidFill>
                <a:latin typeface="Arial"/>
                <a:ea typeface="Arial"/>
                <a:cs typeface="Arial"/>
              </a:defRPr>
            </a:pPr>
            <a:r>
              <a:rPr sz="3300" b="1">
                <a:solidFill>
                  <a:srgbClr val="FFD44E"/>
                </a:solidFill>
                <a:latin typeface="Arial"/>
                <a:ea typeface="Arial"/>
                <a:cs typeface="Arial"/>
              </a:rPr>
              <a:t>a new battlefield</a:t>
            </a:r>
          </a:p>
        </p:txBody>
      </p:sp>
      <p:sp>
        <p:nvSpPr>
          <p:cNvPr id="5" name="">
            <a:extLst xmlns:a="http://schemas.openxmlformats.org/drawingml/2006/main">
              <a:ext uri="{FF2B5EF4-FFF2-40B4-BE49-F238E27FC236}">
                <a16:creationId xmlns:a16="http://schemas.microsoft.com/office/drawing/2014/main" id="{4B8599CD-6229-4CB2-8BB9-FE3C3D7BE7FE}"/>
              </a:ext>
            </a:extLst>
          </p:cNvPr>
          <p:cNvSpPr>
            <a:spLocks xmlns:a="http://schemas.openxmlformats.org/drawingml/2006/main" noGrp="1"/>
          </p:cNvSpPr>
          <p:nvPr/>
        </p:nvSpPr>
        <p:spPr>
          <a:xfrm xmlns:a="http://schemas.openxmlformats.org/drawingml/2006/main">
            <a:off x="857250" y="5343525"/>
            <a:ext cx="5334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FFF6E4"/>
                </a:solidFill>
                <a:latin typeface="Arial"/>
                <a:ea typeface="Arial"/>
                <a:cs typeface="Arial"/>
              </a:defRPr>
            </a:pPr>
            <a:r>
              <a:rPr sz="2100" b="0">
                <a:solidFill>
                  <a:srgbClr val="FFF6E4"/>
                </a:solidFill>
                <a:latin typeface="Arial"/>
                <a:ea typeface="Arial"/>
                <a:cs typeface="Arial"/>
              </a:rPr>
              <a:t>A modern remake of Battle City</a:t>
            </a:r>
          </a:p>
          <a:p xmlns:a="http://schemas.openxmlformats.org/drawingml/2006/main">
            <a:pPr>
              <a:buNone/>
              <a:defRPr sz="2100" b="0">
                <a:solidFill>
                  <a:srgbClr val="FFF6E4"/>
                </a:solidFill>
                <a:latin typeface="Arial"/>
                <a:ea typeface="Arial"/>
                <a:cs typeface="Arial"/>
              </a:defRPr>
            </a:pPr>
            <a:r>
              <a:rPr sz="2100" b="0">
                <a:solidFill>
                  <a:srgbClr val="FFF6E4"/>
                </a:solidFill>
                <a:latin typeface="Arial"/>
                <a:ea typeface="Arial"/>
                <a:cs typeface="Arial"/>
              </a:rPr>
              <a:t>for a new community of commanders.</a:t>
            </a:r>
          </a:p>
        </p:txBody>
      </p:sp>
    </p:spTree>
    <p:extLst>
      <p:ext uri="{BB962C8B-B14F-4D97-AF65-F5344CB8AC3E}">
        <p14:creationId xmlns:p14="http://schemas.microsoft.com/office/powerpoint/2010/main" val="174862126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3365315328eb4db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2e2bb980db9e49ac"/>
          <a:stretch xmlns:a="http://schemas.openxmlformats.org/drawingml/2006/main"/>
        </p:blipFill>
        <p:spPr>
          <a:xfrm xmlns:a="http://schemas.openxmlformats.org/drawingml/2006/main">
            <a:off x="6819900" y="1981200"/>
            <a:ext cx="4381500" cy="4381500"/>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d9a85da8fc64f2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9785C9B-A96D-4F4E-898F-13BC3BDD8334}"/>
              </a:ext>
            </a:extLst>
          </p:cNvPr>
          <p:cNvSpPr>
            <a:spLocks xmlns:a="http://schemas.openxmlformats.org/drawingml/2006/main" noGrp="1"/>
          </p:cNvSpPr>
          <p:nvPr/>
        </p:nvSpPr>
        <p:spPr>
          <a:xfrm xmlns:a="http://schemas.openxmlformats.org/drawingml/2006/main">
            <a:off x="685800" y="5143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600" b="1">
                <a:solidFill>
                  <a:srgbClr val="FFD44E"/>
                </a:solidFill>
                <a:latin typeface="Arial"/>
                <a:ea typeface="Arial"/>
                <a:cs typeface="Arial"/>
              </a:defRPr>
            </a:pPr>
            <a:r>
              <a:rPr sz="3600" b="1">
                <a:solidFill>
                  <a:srgbClr val="FFD44E"/>
                </a:solidFill>
                <a:latin typeface="Arial"/>
                <a:ea typeface="Arial"/>
                <a:cs typeface="Arial"/>
              </a:rPr>
              <a:t>WHY BATTLE CITIES</a:t>
            </a:r>
          </a:p>
        </p:txBody>
      </p:sp>
      <p:sp>
        <p:nvSpPr>
          <p:cNvPr id="16" name="">
            <a:extLst xmlns:a="http://schemas.openxmlformats.org/drawingml/2006/main">
              <a:ext uri="{FF2B5EF4-FFF2-40B4-BE49-F238E27FC236}">
                <a16:creationId xmlns:a16="http://schemas.microsoft.com/office/drawing/2014/main" id="{8DB93A26-D3F2-4F4C-B771-18E074E3AC7A}"/>
              </a:ext>
            </a:extLst>
          </p:cNvPr>
          <p:cNvSpPr>
            <a:spLocks xmlns:a="http://schemas.openxmlformats.org/drawingml/2006/main" noGrp="1"/>
          </p:cNvSpPr>
          <p:nvPr/>
        </p:nvSpPr>
        <p:spPr>
          <a:xfrm xmlns:a="http://schemas.openxmlformats.org/drawingml/2006/main">
            <a:off x="723900" y="1219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0">
                <a:solidFill>
                  <a:srgbClr val="FFF6E4"/>
                </a:solidFill>
                <a:latin typeface="Arial"/>
                <a:ea typeface="Arial"/>
                <a:cs typeface="Arial"/>
              </a:defRPr>
            </a:pPr>
            <a:r>
              <a:rPr sz="2025" b="0">
                <a:solidFill>
                  <a:srgbClr val="FFF6E4"/>
                </a:solidFill>
                <a:latin typeface="Arial"/>
                <a:ea typeface="Arial"/>
                <a:cs typeface="Arial"/>
              </a:rPr>
              <a:t>Inspired by classic Battle City, reimagined in Unity with a modern 3D look.</a:t>
            </a:r>
          </a:p>
        </p:txBody>
      </p:sp>
      <p:sp>
        <p:nvSpPr>
          <p:cNvPr id="17" name="">
            <a:extLst xmlns:a="http://schemas.openxmlformats.org/drawingml/2006/main">
              <a:ext uri="{FF2B5EF4-FFF2-40B4-BE49-F238E27FC236}">
                <a16:creationId xmlns:a16="http://schemas.microsoft.com/office/drawing/2014/main" id="{043F3D5A-767C-49E1-8329-FDF1B441A7FB}"/>
              </a:ext>
            </a:extLst>
          </p:cNvPr>
          <p:cNvSpPr>
            <a:spLocks xmlns:a="http://schemas.openxmlformats.org/drawingml/2006/main" noGrp="1"/>
          </p:cNvSpPr>
          <p:nvPr/>
        </p:nvSpPr>
        <p:spPr>
          <a:xfrm xmlns:a="http://schemas.openxmlformats.org/drawingml/2006/main">
            <a:off x="723900" y="1809750"/>
            <a:ext cx="295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FFD44E"/>
                </a:solidFill>
                <a:latin typeface="Arial"/>
                <a:ea typeface="Arial"/>
                <a:cs typeface="Arial"/>
              </a:defRPr>
            </a:pPr>
            <a:r>
              <a:rPr sz="1950" b="1">
                <a:solidFill>
                  <a:srgbClr val="FFD44E"/>
                </a:solidFill>
                <a:latin typeface="Arial"/>
                <a:ea typeface="Arial"/>
                <a:cs typeface="Arial"/>
              </a:rPr>
              <a:t>OUR INSPIRATION</a:t>
            </a:r>
          </a:p>
        </p:txBody>
      </p:sp>
      <p:sp>
        <p:nvSpPr>
          <p:cNvPr id="18" name="">
            <a:extLst xmlns:a="http://schemas.openxmlformats.org/drawingml/2006/main">
              <a:ext uri="{FF2B5EF4-FFF2-40B4-BE49-F238E27FC236}">
                <a16:creationId xmlns:a16="http://schemas.microsoft.com/office/drawing/2014/main" id="{93AD5576-680F-4C2D-A992-0D039F80936E}"/>
              </a:ext>
            </a:extLst>
          </p:cNvPr>
          <p:cNvSpPr>
            <a:spLocks xmlns:a="http://schemas.openxmlformats.org/drawingml/2006/main" noGrp="1"/>
          </p:cNvSpPr>
          <p:nvPr/>
        </p:nvSpPr>
        <p:spPr>
          <a:xfrm xmlns:a="http://schemas.openxmlformats.org/drawingml/2006/main">
            <a:off x="3705225" y="1809750"/>
            <a:ext cx="7677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FFD44E"/>
                </a:solidFill>
                <a:latin typeface="Arial"/>
                <a:ea typeface="Arial"/>
                <a:cs typeface="Arial"/>
              </a:defRPr>
            </a:pPr>
            <a:r>
              <a:rPr sz="1950" b="1">
                <a:solidFill>
                  <a:srgbClr val="FFD44E"/>
                </a:solidFill>
                <a:latin typeface="Arial"/>
                <a:ea typeface="Arial"/>
                <a:cs typeface="Arial"/>
              </a:rPr>
              <a:t>OUR MODERN ADAPTATION</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97c1c2cbf31a49a4"/>
          <a:stretch xmlns:a="http://schemas.openxmlformats.org/drawingml/2006/main"/>
        </p:blipFill>
        <p:spPr>
          <a:xfrm xmlns:a="http://schemas.openxmlformats.org/drawingml/2006/main">
            <a:off x="804438" y="2324100"/>
            <a:ext cx="2505924" cy="19812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fe235bcef1a0447c"/>
          <a:stretch xmlns:a="http://schemas.openxmlformats.org/drawingml/2006/main"/>
        </p:blipFill>
        <p:spPr>
          <a:xfrm xmlns:a="http://schemas.openxmlformats.org/drawingml/2006/main">
            <a:off x="770668" y="4438650"/>
            <a:ext cx="2573463" cy="19812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deb117573b3d4ae4"/>
          <a:stretch xmlns:a="http://schemas.openxmlformats.org/drawingml/2006/main"/>
        </p:blipFill>
        <p:spPr>
          <a:xfrm xmlns:a="http://schemas.openxmlformats.org/drawingml/2006/main">
            <a:off x="3714750" y="2402275"/>
            <a:ext cx="3676650" cy="30250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aeb54ee5143436c"/>
          <a:stretch xmlns:a="http://schemas.openxmlformats.org/drawingml/2006/main"/>
        </p:blipFill>
        <p:spPr>
          <a:xfrm xmlns:a="http://schemas.openxmlformats.org/drawingml/2006/main">
            <a:off x="7696200" y="2327723"/>
            <a:ext cx="3676650" cy="3174103"/>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868F7862-8C3E-4C70-9B52-FB560CFAB1FC}"/>
              </a:ext>
            </a:extLst>
          </p:cNvPr>
          <p:cNvSpPr>
            <a:spLocks xmlns:a="http://schemas.openxmlformats.org/drawingml/2006/main" noGrp="1"/>
          </p:cNvSpPr>
          <p:nvPr/>
        </p:nvSpPr>
        <p:spPr>
          <a:xfrm xmlns:a="http://schemas.openxmlformats.org/drawingml/2006/main">
            <a:off x="3714750" y="5581650"/>
            <a:ext cx="3676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1">
                <a:solidFill>
                  <a:srgbClr val="FFF6E4"/>
                </a:solidFill>
                <a:latin typeface="Arial"/>
                <a:ea typeface="Arial"/>
                <a:cs typeface="Arial"/>
              </a:defRPr>
            </a:pPr>
            <a:r>
              <a:rPr sz="1650" b="1">
                <a:solidFill>
                  <a:srgbClr val="FFF6E4"/>
                </a:solidFill>
                <a:latin typeface="Arial"/>
                <a:ea typeface="Arial"/>
                <a:cs typeface="Arial"/>
              </a:rPr>
              <a:t>Night combat prototype</a:t>
            </a:r>
          </a:p>
        </p:txBody>
      </p:sp>
      <p:sp>
        <p:nvSpPr>
          <p:cNvPr id="24" name="">
            <a:extLst xmlns:a="http://schemas.openxmlformats.org/drawingml/2006/main">
              <a:ext uri="{FF2B5EF4-FFF2-40B4-BE49-F238E27FC236}">
                <a16:creationId xmlns:a16="http://schemas.microsoft.com/office/drawing/2014/main" id="{B4C78253-7551-429F-96D6-D931D07AF21A}"/>
              </a:ext>
            </a:extLst>
          </p:cNvPr>
          <p:cNvSpPr>
            <a:spLocks xmlns:a="http://schemas.openxmlformats.org/drawingml/2006/main" noGrp="1"/>
          </p:cNvSpPr>
          <p:nvPr/>
        </p:nvSpPr>
        <p:spPr>
          <a:xfrm xmlns:a="http://schemas.openxmlformats.org/drawingml/2006/main">
            <a:off x="7696200" y="5581650"/>
            <a:ext cx="3676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1">
                <a:solidFill>
                  <a:srgbClr val="FFF6E4"/>
                </a:solidFill>
                <a:latin typeface="Arial"/>
                <a:ea typeface="Arial"/>
                <a:cs typeface="Arial"/>
              </a:defRPr>
            </a:pPr>
            <a:r>
              <a:rPr sz="1650" b="1">
                <a:solidFill>
                  <a:srgbClr val="FFF6E4"/>
                </a:solidFill>
                <a:latin typeface="Arial"/>
                <a:ea typeface="Arial"/>
                <a:cs typeface="Arial"/>
              </a:rPr>
              <a:t>Day combat prototype</a:t>
            </a:r>
          </a:p>
        </p:txBody>
      </p:sp>
      <p:sp>
        <p:nvSpPr>
          <p:cNvPr id="25" name="">
            <a:extLst xmlns:a="http://schemas.openxmlformats.org/drawingml/2006/main">
              <a:ext uri="{FF2B5EF4-FFF2-40B4-BE49-F238E27FC236}">
                <a16:creationId xmlns:a16="http://schemas.microsoft.com/office/drawing/2014/main" id="{56F2642A-32BE-45E4-8411-8A5FA634128C}"/>
              </a:ext>
            </a:extLst>
          </p:cNvPr>
          <p:cNvSpPr>
            <a:spLocks xmlns:a="http://schemas.openxmlformats.org/drawingml/2006/main" noGrp="1"/>
          </p:cNvSpPr>
          <p:nvPr/>
        </p:nvSpPr>
        <p:spPr>
          <a:xfrm xmlns:a="http://schemas.openxmlformats.org/drawingml/2006/main">
            <a:off x="3714750" y="6019800"/>
            <a:ext cx="7772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C6DCEE"/>
                </a:solidFill>
                <a:latin typeface="Arial"/>
                <a:ea typeface="Arial"/>
                <a:cs typeface="Arial"/>
              </a:defRPr>
            </a:pPr>
            <a:r>
              <a:rPr sz="1725" b="0">
                <a:solidFill>
                  <a:srgbClr val="C6DCEE"/>
                </a:solidFill>
                <a:latin typeface="Arial"/>
                <a:ea typeface="Arial"/>
                <a:cs typeface="Arial"/>
              </a:rPr>
              <a:t>The same base-defence challenge, with 3D tanks,</a:t>
            </a:r>
          </a:p>
          <a:p xmlns:a="http://schemas.openxmlformats.org/drawingml/2006/main">
            <a:pPr algn="l">
              <a:buNone/>
              <a:defRPr sz="1725" b="0">
                <a:solidFill>
                  <a:srgbClr val="C6DCEE"/>
                </a:solidFill>
                <a:latin typeface="Arial"/>
                <a:ea typeface="Arial"/>
                <a:cs typeface="Arial"/>
              </a:defRPr>
            </a:pPr>
            <a:r>
              <a:rPr sz="1725" b="0">
                <a:solidFill>
                  <a:srgbClr val="C6DCEE"/>
                </a:solidFill>
                <a:latin typeface="Arial"/>
                <a:ea typeface="Arial"/>
                <a:cs typeface="Arial"/>
              </a:rPr>
              <a:t>Power Shots and deployable skills.</a:t>
            </a:r>
          </a:p>
        </p:txBody>
      </p:sp>
    </p:spTree>
    <p:extLst>
      <p:ext uri="{BB962C8B-B14F-4D97-AF65-F5344CB8AC3E}">
        <p14:creationId xmlns:p14="http://schemas.microsoft.com/office/powerpoint/2010/main" val="107090991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356cc09b4aa4ff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139BE9-0A04-405A-9D55-1C00CFF76757}"/>
              </a:ext>
            </a:extLst>
          </p:cNvPr>
          <p:cNvSpPr>
            <a:spLocks xmlns:a="http://schemas.openxmlformats.org/drawingml/2006/main" noGrp="1"/>
          </p:cNvSpPr>
          <p:nvPr/>
        </p:nvSpPr>
        <p:spPr>
          <a:xfrm xmlns:a="http://schemas.openxmlformats.org/drawingml/2006/main">
            <a:off x="685800" y="57150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FD44E"/>
                </a:solidFill>
                <a:latin typeface="Arial"/>
                <a:ea typeface="Arial"/>
                <a:cs typeface="Arial"/>
              </a:defRPr>
            </a:pPr>
            <a:r>
              <a:rPr sz="3600" b="1">
                <a:solidFill>
                  <a:srgbClr val="FFD44E"/>
                </a:solidFill>
                <a:latin typeface="Arial"/>
                <a:ea typeface="Arial"/>
                <a:cs typeface="Arial"/>
              </a:rPr>
              <a:t>SHOP &amp; ECONOMY</a:t>
            </a:r>
          </a:p>
        </p:txBody>
      </p:sp>
      <p:sp>
        <p:nvSpPr>
          <p:cNvPr id="3" name="">
            <a:extLst xmlns:a="http://schemas.openxmlformats.org/drawingml/2006/main">
              <a:ext uri="{FF2B5EF4-FFF2-40B4-BE49-F238E27FC236}">
                <a16:creationId xmlns:a16="http://schemas.microsoft.com/office/drawing/2014/main" id="{392AA2A3-800B-4C3E-915A-E91821A2630B}"/>
              </a:ext>
            </a:extLst>
          </p:cNvPr>
          <p:cNvSpPr>
            <a:spLocks xmlns:a="http://schemas.openxmlformats.org/drawingml/2006/main" noGrp="1"/>
          </p:cNvSpPr>
          <p:nvPr/>
        </p:nvSpPr>
        <p:spPr>
          <a:xfrm xmlns:a="http://schemas.openxmlformats.org/drawingml/2006/main">
            <a:off x="704850" y="13239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FF6E4"/>
                </a:solidFill>
                <a:latin typeface="Arial"/>
                <a:ea typeface="Arial"/>
                <a:cs typeface="Arial"/>
              </a:defRPr>
            </a:pPr>
            <a:r>
              <a:rPr sz="2175" b="0">
                <a:solidFill>
                  <a:srgbClr val="FFF6E4"/>
                </a:solidFill>
                <a:latin typeface="Arial"/>
                <a:ea typeface="Arial"/>
                <a:cs typeface="Arial"/>
              </a:rPr>
              <a:t>Prepare your loadout before the next run</a:t>
            </a:r>
          </a:p>
        </p:txBody>
      </p:sp>
      <p:sp>
        <p:nvSpPr>
          <p:cNvPr id="4" name="">
            <a:extLst xmlns:a="http://schemas.openxmlformats.org/drawingml/2006/main">
              <a:ext uri="{FF2B5EF4-FFF2-40B4-BE49-F238E27FC236}">
                <a16:creationId xmlns:a16="http://schemas.microsoft.com/office/drawing/2014/main" id="{B954209F-7947-4582-8A2B-8F4FB08991A5}"/>
              </a:ext>
            </a:extLst>
          </p:cNvPr>
          <p:cNvSpPr>
            <a:spLocks xmlns:a="http://schemas.openxmlformats.org/drawingml/2006/main" noGrp="1"/>
          </p:cNvSpPr>
          <p:nvPr/>
        </p:nvSpPr>
        <p:spPr>
          <a:xfrm xmlns:a="http://schemas.openxmlformats.org/drawingml/2006/main">
            <a:off x="723900" y="22383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FFD44E"/>
                </a:solidFill>
                <a:latin typeface="Arial"/>
                <a:ea typeface="Arial"/>
                <a:cs typeface="Arial"/>
              </a:defRPr>
            </a:pPr>
            <a:r>
              <a:rPr sz="2100" b="1">
                <a:solidFill>
                  <a:srgbClr val="FFD44E"/>
                </a:solidFill>
                <a:latin typeface="Arial"/>
                <a:ea typeface="Arial"/>
                <a:cs typeface="Arial"/>
              </a:rPr>
              <a:t>Fuel packs</a:t>
            </a:r>
          </a:p>
        </p:txBody>
      </p:sp>
      <p:sp>
        <p:nvSpPr>
          <p:cNvPr id="5" name="">
            <a:extLst xmlns:a="http://schemas.openxmlformats.org/drawingml/2006/main">
              <a:ext uri="{FF2B5EF4-FFF2-40B4-BE49-F238E27FC236}">
                <a16:creationId xmlns:a16="http://schemas.microsoft.com/office/drawing/2014/main" id="{075E4455-3E81-418F-A7D3-733AEB847D7E}"/>
              </a:ext>
            </a:extLst>
          </p:cNvPr>
          <p:cNvSpPr>
            <a:spLocks xmlns:a="http://schemas.openxmlformats.org/drawingml/2006/main" noGrp="1"/>
          </p:cNvSpPr>
          <p:nvPr/>
        </p:nvSpPr>
        <p:spPr>
          <a:xfrm xmlns:a="http://schemas.openxmlformats.org/drawingml/2006/main">
            <a:off x="723900" y="263842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C6DCEE"/>
                </a:solidFill>
                <a:latin typeface="Arial"/>
                <a:ea typeface="Arial"/>
                <a:cs typeface="Arial"/>
              </a:defRPr>
            </a:pPr>
            <a:r>
              <a:rPr sz="1800" b="0">
                <a:solidFill>
                  <a:srgbClr val="C6DCEE"/>
                </a:solidFill>
                <a:latin typeface="Arial"/>
                <a:ea typeface="Arial"/>
                <a:cs typeface="Arial"/>
              </a:rPr>
              <a:t>Choose 1, 5 or 20 fuel before battle.</a:t>
            </a:r>
          </a:p>
        </p:txBody>
      </p:sp>
      <p:sp>
        <p:nvSpPr>
          <p:cNvPr id="6" name="">
            <a:extLst xmlns:a="http://schemas.openxmlformats.org/drawingml/2006/main">
              <a:ext uri="{FF2B5EF4-FFF2-40B4-BE49-F238E27FC236}">
                <a16:creationId xmlns:a16="http://schemas.microsoft.com/office/drawing/2014/main" id="{9FD91B48-7CF8-4ADB-B5E1-2E460C90A33A}"/>
              </a:ext>
            </a:extLst>
          </p:cNvPr>
          <p:cNvSpPr>
            <a:spLocks xmlns:a="http://schemas.openxmlformats.org/drawingml/2006/main" noGrp="1"/>
          </p:cNvSpPr>
          <p:nvPr/>
        </p:nvSpPr>
        <p:spPr>
          <a:xfrm xmlns:a="http://schemas.openxmlformats.org/drawingml/2006/main">
            <a:off x="723900" y="32670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FFD44E"/>
                </a:solidFill>
                <a:latin typeface="Arial"/>
                <a:ea typeface="Arial"/>
                <a:cs typeface="Arial"/>
              </a:defRPr>
            </a:pPr>
            <a:r>
              <a:rPr sz="2100" b="1">
                <a:solidFill>
                  <a:srgbClr val="FFD44E"/>
                </a:solidFill>
                <a:latin typeface="Arial"/>
                <a:ea typeface="Arial"/>
                <a:cs typeface="Arial"/>
              </a:rPr>
              <a:t>Combat power-ups</a:t>
            </a:r>
          </a:p>
        </p:txBody>
      </p:sp>
      <p:sp>
        <p:nvSpPr>
          <p:cNvPr id="7" name="">
            <a:extLst xmlns:a="http://schemas.openxmlformats.org/drawingml/2006/main">
              <a:ext uri="{FF2B5EF4-FFF2-40B4-BE49-F238E27FC236}">
                <a16:creationId xmlns:a16="http://schemas.microsoft.com/office/drawing/2014/main" id="{272A246D-8473-4392-953F-10AE67609FB9}"/>
              </a:ext>
            </a:extLst>
          </p:cNvPr>
          <p:cNvSpPr>
            <a:spLocks xmlns:a="http://schemas.openxmlformats.org/drawingml/2006/main" noGrp="1"/>
          </p:cNvSpPr>
          <p:nvPr/>
        </p:nvSpPr>
        <p:spPr>
          <a:xfrm xmlns:a="http://schemas.openxmlformats.org/drawingml/2006/main">
            <a:off x="723900" y="366712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C6DCEE"/>
                </a:solidFill>
                <a:latin typeface="Arial"/>
                <a:ea typeface="Arial"/>
                <a:cs typeface="Arial"/>
              </a:defRPr>
            </a:pPr>
            <a:r>
              <a:rPr sz="1800" b="0">
                <a:solidFill>
                  <a:srgbClr val="C6DCEE"/>
                </a:solidFill>
                <a:latin typeface="Arial"/>
                <a:ea typeface="Arial"/>
                <a:cs typeface="Arial"/>
              </a:rPr>
              <a:t>Shield, Base Defence, Freeze and more.</a:t>
            </a:r>
          </a:p>
        </p:txBody>
      </p:sp>
      <p:sp>
        <p:nvSpPr>
          <p:cNvPr id="8" name="">
            <a:extLst xmlns:a="http://schemas.openxmlformats.org/drawingml/2006/main">
              <a:ext uri="{FF2B5EF4-FFF2-40B4-BE49-F238E27FC236}">
                <a16:creationId xmlns:a16="http://schemas.microsoft.com/office/drawing/2014/main" id="{FB9A333F-EAEA-4969-9D5B-FB121CFF461C}"/>
              </a:ext>
            </a:extLst>
          </p:cNvPr>
          <p:cNvSpPr>
            <a:spLocks xmlns:a="http://schemas.openxmlformats.org/drawingml/2006/main" noGrp="1"/>
          </p:cNvSpPr>
          <p:nvPr/>
        </p:nvSpPr>
        <p:spPr>
          <a:xfrm xmlns:a="http://schemas.openxmlformats.org/drawingml/2006/main">
            <a:off x="723900" y="42957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FFD44E"/>
                </a:solidFill>
                <a:latin typeface="Arial"/>
                <a:ea typeface="Arial"/>
                <a:cs typeface="Arial"/>
              </a:defRPr>
            </a:pPr>
            <a:r>
              <a:rPr sz="2100" b="1">
                <a:solidFill>
                  <a:srgbClr val="FFD44E"/>
                </a:solidFill>
                <a:latin typeface="Arial"/>
                <a:ea typeface="Arial"/>
                <a:cs typeface="Arial"/>
              </a:rPr>
              <a:t>Inventory &amp; loadout</a:t>
            </a:r>
          </a:p>
        </p:txBody>
      </p:sp>
      <p:sp>
        <p:nvSpPr>
          <p:cNvPr id="9" name="">
            <a:extLst xmlns:a="http://schemas.openxmlformats.org/drawingml/2006/main">
              <a:ext uri="{FF2B5EF4-FFF2-40B4-BE49-F238E27FC236}">
                <a16:creationId xmlns:a16="http://schemas.microsoft.com/office/drawing/2014/main" id="{DFE0F2F9-D6C7-4418-B916-3920B7745D9E}"/>
              </a:ext>
            </a:extLst>
          </p:cNvPr>
          <p:cNvSpPr>
            <a:spLocks xmlns:a="http://schemas.openxmlformats.org/drawingml/2006/main" noGrp="1"/>
          </p:cNvSpPr>
          <p:nvPr/>
        </p:nvSpPr>
        <p:spPr>
          <a:xfrm xmlns:a="http://schemas.openxmlformats.org/drawingml/2006/main">
            <a:off x="723900" y="469582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C6DCEE"/>
                </a:solidFill>
                <a:latin typeface="Arial"/>
                <a:ea typeface="Arial"/>
                <a:cs typeface="Arial"/>
              </a:defRPr>
            </a:pPr>
            <a:r>
              <a:rPr sz="1800" b="0">
                <a:solidFill>
                  <a:srgbClr val="C6DCEE"/>
                </a:solidFill>
                <a:latin typeface="Arial"/>
                <a:ea typeface="Arial"/>
                <a:cs typeface="Arial"/>
              </a:rPr>
              <a:t>Track your items and equip your loadout.</a:t>
            </a:r>
          </a:p>
        </p:txBody>
      </p:sp>
      <p:sp>
        <p:nvSpPr>
          <p:cNvPr id="10" name="">
            <a:extLst xmlns:a="http://schemas.openxmlformats.org/drawingml/2006/main">
              <a:ext uri="{FF2B5EF4-FFF2-40B4-BE49-F238E27FC236}">
                <a16:creationId xmlns:a16="http://schemas.microsoft.com/office/drawing/2014/main" id="{757429CC-D6B9-481C-A9EE-F3FFF96B8984}"/>
              </a:ext>
            </a:extLst>
          </p:cNvPr>
          <p:cNvSpPr>
            <a:spLocks xmlns:a="http://schemas.openxmlformats.org/drawingml/2006/main" noGrp="1"/>
          </p:cNvSpPr>
          <p:nvPr/>
        </p:nvSpPr>
        <p:spPr>
          <a:xfrm xmlns:a="http://schemas.openxmlformats.org/drawingml/2006/main">
            <a:off x="723900" y="53244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FFD44E"/>
                </a:solidFill>
                <a:latin typeface="Arial"/>
                <a:ea typeface="Arial"/>
                <a:cs typeface="Arial"/>
              </a:defRPr>
            </a:pPr>
            <a:r>
              <a:rPr sz="2100" b="1">
                <a:solidFill>
                  <a:srgbClr val="FFD44E"/>
                </a:solidFill>
                <a:latin typeface="Arial"/>
                <a:ea typeface="Arial"/>
                <a:cs typeface="Arial"/>
              </a:rPr>
              <a:t>BATC, SOL &amp; swap</a:t>
            </a:r>
          </a:p>
        </p:txBody>
      </p:sp>
      <p:sp>
        <p:nvSpPr>
          <p:cNvPr id="11" name="">
            <a:extLst xmlns:a="http://schemas.openxmlformats.org/drawingml/2006/main">
              <a:ext uri="{FF2B5EF4-FFF2-40B4-BE49-F238E27FC236}">
                <a16:creationId xmlns:a16="http://schemas.microsoft.com/office/drawing/2014/main" id="{BC3B8866-A8EF-472F-8DDD-E4142C808AEB}"/>
              </a:ext>
            </a:extLst>
          </p:cNvPr>
          <p:cNvSpPr>
            <a:spLocks xmlns:a="http://schemas.openxmlformats.org/drawingml/2006/main" noGrp="1"/>
          </p:cNvSpPr>
          <p:nvPr/>
        </p:nvSpPr>
        <p:spPr>
          <a:xfrm xmlns:a="http://schemas.openxmlformats.org/drawingml/2006/main">
            <a:off x="723900" y="572452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C6DCEE"/>
                </a:solidFill>
                <a:latin typeface="Arial"/>
                <a:ea typeface="Arial"/>
                <a:cs typeface="Arial"/>
              </a:defRPr>
            </a:pPr>
            <a:r>
              <a:rPr sz="1800" b="0">
                <a:solidFill>
                  <a:srgbClr val="C6DCEE"/>
                </a:solidFill>
                <a:latin typeface="Arial"/>
                <a:ea typeface="Arial"/>
                <a:cs typeface="Arial"/>
              </a:rPr>
              <a:t>Choose a currency or use the swap tab.</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5cb0de97e9b4c53"/>
          <a:stretch xmlns:a="http://schemas.openxmlformats.org/drawingml/2006/main"/>
        </p:blipFill>
        <p:spPr>
          <a:xfrm xmlns:a="http://schemas.openxmlformats.org/drawingml/2006/main">
            <a:off x="5536350" y="1647825"/>
            <a:ext cx="5948475" cy="4876800"/>
          </a:xfrm>
          <a:prstGeom xmlns:a="http://schemas.openxmlformats.org/drawingml/2006/main" prst="rect">
            <a:avLst/>
          </a:prstGeom>
        </p:spPr>
      </p:pic>
    </p:spTree>
    <p:extLst>
      <p:ext uri="{BB962C8B-B14F-4D97-AF65-F5344CB8AC3E}">
        <p14:creationId xmlns:p14="http://schemas.microsoft.com/office/powerpoint/2010/main" val="131141176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62ae5fd3bbc4e5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0D8F11A-9E77-4C83-95B5-A91510FC2EC9}"/>
              </a:ext>
            </a:extLst>
          </p:cNvPr>
          <p:cNvSpPr>
            <a:spLocks xmlns:a="http://schemas.openxmlformats.org/drawingml/2006/main" noGrp="1"/>
          </p:cNvSpPr>
          <p:nvPr/>
        </p:nvSpPr>
        <p:spPr>
          <a:xfrm xmlns:a="http://schemas.openxmlformats.org/drawingml/2006/main">
            <a:off x="676275" y="447675"/>
            <a:ext cx="107537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525" b="1">
                <a:solidFill>
                  <a:srgbClr val="FFD44E"/>
                </a:solidFill>
                <a:latin typeface="Arial"/>
                <a:ea typeface="Arial"/>
                <a:cs typeface="Arial"/>
              </a:defRPr>
            </a:pPr>
            <a:r>
              <a:rPr sz="3525" b="1">
                <a:solidFill>
                  <a:srgbClr val="FFD44E"/>
                </a:solidFill>
                <a:latin typeface="Arial"/>
                <a:ea typeface="Arial"/>
                <a:cs typeface="Arial"/>
              </a:rPr>
              <a:t>FUEL &amp; LOADOUT</a:t>
            </a:r>
          </a:p>
        </p:txBody>
      </p:sp>
      <p:sp>
        <p:nvSpPr>
          <p:cNvPr id="3" name="">
            <a:extLst xmlns:a="http://schemas.openxmlformats.org/drawingml/2006/main">
              <a:ext uri="{FF2B5EF4-FFF2-40B4-BE49-F238E27FC236}">
                <a16:creationId xmlns:a16="http://schemas.microsoft.com/office/drawing/2014/main" id="{CF647F4E-E851-42BB-849D-548248686BB4}"/>
              </a:ext>
            </a:extLst>
          </p:cNvPr>
          <p:cNvSpPr>
            <a:spLocks xmlns:a="http://schemas.openxmlformats.org/drawingml/2006/main" noGrp="1"/>
          </p:cNvSpPr>
          <p:nvPr/>
        </p:nvSpPr>
        <p:spPr>
          <a:xfrm xmlns:a="http://schemas.openxmlformats.org/drawingml/2006/main">
            <a:off x="704850" y="1104900"/>
            <a:ext cx="107537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FFF6E4"/>
                </a:solidFill>
                <a:latin typeface="Arial"/>
                <a:ea typeface="Arial"/>
                <a:cs typeface="Arial"/>
              </a:defRPr>
            </a:pPr>
            <a:r>
              <a:rPr sz="2100" b="0">
                <a:solidFill>
                  <a:srgbClr val="FFF6E4"/>
                </a:solidFill>
                <a:latin typeface="Arial"/>
                <a:ea typeface="Arial"/>
                <a:cs typeface="Arial"/>
              </a:rPr>
              <a:t>Shop purchases become fuel for deployment and powers for your loadout.</a:t>
            </a:r>
          </a:p>
        </p:txBody>
      </p:sp>
      <p:sp>
        <p:nvSpPr>
          <p:cNvPr id="4" name="">
            <a:extLst xmlns:a="http://schemas.openxmlformats.org/drawingml/2006/main">
              <a:ext uri="{FF2B5EF4-FFF2-40B4-BE49-F238E27FC236}">
                <a16:creationId xmlns:a16="http://schemas.microsoft.com/office/drawing/2014/main" id="{6FAD6A17-A11C-426D-B7C9-2500EE89FEC6}"/>
              </a:ext>
            </a:extLst>
          </p:cNvPr>
          <p:cNvSpPr>
            <a:spLocks xmlns:a="http://schemas.openxmlformats.org/drawingml/2006/main" noGrp="1"/>
          </p:cNvSpPr>
          <p:nvPr/>
        </p:nvSpPr>
        <p:spPr>
          <a:xfrm xmlns:a="http://schemas.openxmlformats.org/drawingml/2006/main">
            <a:off x="666750" y="1628775"/>
            <a:ext cx="5181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FFD44E"/>
                </a:solidFill>
                <a:latin typeface="Arial"/>
                <a:ea typeface="Arial"/>
                <a:cs typeface="Arial"/>
              </a:defRPr>
            </a:pPr>
            <a:r>
              <a:rPr sz="2025" b="1">
                <a:solidFill>
                  <a:srgbClr val="FFD44E"/>
                </a:solidFill>
                <a:latin typeface="Arial"/>
                <a:ea typeface="Arial"/>
                <a:cs typeface="Arial"/>
              </a:rPr>
              <a:t>1  SELECT TANK</a:t>
            </a:r>
          </a:p>
        </p:txBody>
      </p:sp>
      <p:sp>
        <p:nvSpPr>
          <p:cNvPr id="5" name="">
            <a:extLst xmlns:a="http://schemas.openxmlformats.org/drawingml/2006/main">
              <a:ext uri="{FF2B5EF4-FFF2-40B4-BE49-F238E27FC236}">
                <a16:creationId xmlns:a16="http://schemas.microsoft.com/office/drawing/2014/main" id="{36ECE6C3-8C6D-4C21-BA32-5D54BB624A99}"/>
              </a:ext>
            </a:extLst>
          </p:cNvPr>
          <p:cNvSpPr>
            <a:spLocks xmlns:a="http://schemas.openxmlformats.org/drawingml/2006/main" noGrp="1"/>
          </p:cNvSpPr>
          <p:nvPr/>
        </p:nvSpPr>
        <p:spPr>
          <a:xfrm xmlns:a="http://schemas.openxmlformats.org/drawingml/2006/main">
            <a:off x="6343650" y="1628775"/>
            <a:ext cx="5191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FFD44E"/>
                </a:solidFill>
                <a:latin typeface="Arial"/>
                <a:ea typeface="Arial"/>
                <a:cs typeface="Arial"/>
              </a:defRPr>
            </a:pPr>
            <a:r>
              <a:rPr sz="2025" b="1">
                <a:solidFill>
                  <a:srgbClr val="FFD44E"/>
                </a:solidFill>
                <a:latin typeface="Arial"/>
                <a:ea typeface="Arial"/>
                <a:cs typeface="Arial"/>
              </a:rPr>
              <a:t>2  EQUIP LOADOUT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018178f441f4bb3"/>
          <a:stretch xmlns:a="http://schemas.openxmlformats.org/drawingml/2006/main"/>
        </p:blipFill>
        <p:spPr>
          <a:xfrm xmlns:a="http://schemas.openxmlformats.org/drawingml/2006/main">
            <a:off x="599202" y="2066925"/>
            <a:ext cx="5145246" cy="413385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d43b864574d47c0"/>
          <a:stretch xmlns:a="http://schemas.openxmlformats.org/drawingml/2006/main"/>
        </p:blipFill>
        <p:spPr>
          <a:xfrm xmlns:a="http://schemas.openxmlformats.org/drawingml/2006/main">
            <a:off x="6342190" y="2066925"/>
            <a:ext cx="5165470" cy="4133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F89FAD9-FAA8-40D5-890E-62387E652645}"/>
              </a:ext>
            </a:extLst>
          </p:cNvPr>
          <p:cNvSpPr>
            <a:spLocks xmlns:a="http://schemas.openxmlformats.org/drawingml/2006/main" noGrp="1"/>
          </p:cNvSpPr>
          <p:nvPr/>
        </p:nvSpPr>
        <p:spPr>
          <a:xfrm xmlns:a="http://schemas.openxmlformats.org/drawingml/2006/main">
            <a:off x="638175" y="624840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75" b="0">
                <a:solidFill>
                  <a:srgbClr val="C6DCEE"/>
                </a:solidFill>
                <a:latin typeface="Arial"/>
                <a:ea typeface="Arial"/>
                <a:cs typeface="Arial"/>
              </a:defRPr>
            </a:pPr>
            <a:r>
              <a:rPr sz="1575" b="0">
                <a:solidFill>
                  <a:srgbClr val="C6DCEE"/>
                </a:solidFill>
                <a:latin typeface="Arial"/>
                <a:ea typeface="Arial"/>
                <a:cs typeface="Arial"/>
              </a:rPr>
              <a:t>Choose a chassis; deployment uses its fuel cost.</a:t>
            </a:r>
          </a:p>
        </p:txBody>
      </p:sp>
      <p:sp>
        <p:nvSpPr>
          <p:cNvPr id="9" name="">
            <a:extLst xmlns:a="http://schemas.openxmlformats.org/drawingml/2006/main">
              <a:ext uri="{FF2B5EF4-FFF2-40B4-BE49-F238E27FC236}">
                <a16:creationId xmlns:a16="http://schemas.microsoft.com/office/drawing/2014/main" id="{B75CDE19-26E4-4F78-8E24-6DFF8A32824D}"/>
              </a:ext>
            </a:extLst>
          </p:cNvPr>
          <p:cNvSpPr>
            <a:spLocks xmlns:a="http://schemas.openxmlformats.org/drawingml/2006/main" noGrp="1"/>
          </p:cNvSpPr>
          <p:nvPr/>
        </p:nvSpPr>
        <p:spPr>
          <a:xfrm xmlns:a="http://schemas.openxmlformats.org/drawingml/2006/main">
            <a:off x="6362700" y="6248400"/>
            <a:ext cx="5248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75" b="0">
                <a:solidFill>
                  <a:srgbClr val="C6DCEE"/>
                </a:solidFill>
                <a:latin typeface="Arial"/>
                <a:ea typeface="Arial"/>
                <a:cs typeface="Arial"/>
              </a:defRPr>
            </a:pPr>
            <a:r>
              <a:rPr sz="1575" b="0">
                <a:solidFill>
                  <a:srgbClr val="C6DCEE"/>
                </a:solidFill>
                <a:latin typeface="Arial"/>
                <a:ea typeface="Arial"/>
                <a:cs typeface="Arial"/>
              </a:rPr>
              <a:t>Equip owned items in up to four slots before battle.</a:t>
            </a:r>
          </a:p>
        </p:txBody>
      </p:sp>
    </p:spTree>
    <p:extLst>
      <p:ext uri="{BB962C8B-B14F-4D97-AF65-F5344CB8AC3E}">
        <p14:creationId xmlns:p14="http://schemas.microsoft.com/office/powerpoint/2010/main" val="170048959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30bcf5f3af4c432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eb674fb6c384409e"/>
          <a:stretch xmlns:a="http://schemas.openxmlformats.org/drawingml/2006/main"/>
        </p:blipFill>
        <p:spPr>
          <a:xfrm xmlns:a="http://schemas.openxmlformats.org/drawingml/2006/main">
            <a:off x="723900" y="2630837"/>
            <a:ext cx="2457450" cy="2958400"/>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473cc5f9597a40ab"/>
          <a:stretch xmlns:a="http://schemas.openxmlformats.org/drawingml/2006/main"/>
        </p:blipFill>
        <p:spPr>
          <a:xfrm xmlns:a="http://schemas.openxmlformats.org/drawingml/2006/main">
            <a:off x="3429000" y="2630837"/>
            <a:ext cx="2457450" cy="2958400"/>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0619a854c8c24805"/>
          <a:stretch xmlns:a="http://schemas.openxmlformats.org/drawingml/2006/main"/>
        </p:blipFill>
        <p:spPr>
          <a:xfrm xmlns:a="http://schemas.openxmlformats.org/drawingml/2006/main">
            <a:off x="6134100" y="2630837"/>
            <a:ext cx="2457450" cy="2958400"/>
          </a:xfrm>
          <a:prstGeom xmlns:a="http://schemas.openxmlformats.org/drawingml/2006/main" prst="rect">
            <a:avLst/>
          </a:prstGeom>
        </p:spPr>
      </p:pic>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82b60612994849d0"/>
          <a:stretch xmlns:a="http://schemas.openxmlformats.org/drawingml/2006/main"/>
        </p:blipFill>
        <p:spPr>
          <a:xfrm xmlns:a="http://schemas.openxmlformats.org/drawingml/2006/main">
            <a:off x="8839200" y="2630837"/>
            <a:ext cx="2457450" cy="2958400"/>
          </a:xfrm>
          <a:prstGeom xmlns:a="http://schemas.openxmlformats.org/drawingml/2006/main" prst="rect">
            <a:avLst/>
          </a:prstGeom>
        </p:spPr>
      </p:pic>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f309db5e7560478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08a121af49804140"/>
          <a:stretch xmlns:a="http://schemas.openxmlformats.org/drawingml/2006/main"/>
        </p:blipFill>
        <p:spPr>
          <a:xfrm xmlns:a="http://schemas.openxmlformats.org/drawingml/2006/main">
            <a:off x="590550" y="521960"/>
            <a:ext cx="2790825" cy="6033155"/>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7305228B-80D1-476D-94B2-F921A69BA60B}"/>
              </a:ext>
            </a:extLst>
          </p:cNvPr>
          <p:cNvSpPr>
            <a:spLocks xmlns:a="http://schemas.openxmlformats.org/drawingml/2006/main" noGrp="1"/>
          </p:cNvSpPr>
          <p:nvPr/>
        </p:nvSpPr>
        <p:spPr>
          <a:xfrm xmlns:a="http://schemas.openxmlformats.org/drawingml/2006/main">
            <a:off x="3638550" y="571500"/>
            <a:ext cx="7848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75" b="1">
                <a:solidFill>
                  <a:srgbClr val="FFD44E"/>
                </a:solidFill>
                <a:latin typeface="Arial"/>
                <a:ea typeface="Arial"/>
                <a:cs typeface="Arial"/>
              </a:defRPr>
            </a:pPr>
            <a:r>
              <a:rPr sz="3375" b="1">
                <a:solidFill>
                  <a:srgbClr val="FFD44E"/>
                </a:solidFill>
                <a:latin typeface="Arial"/>
                <a:ea typeface="Arial"/>
                <a:cs typeface="Arial"/>
              </a:rPr>
              <a:t>RANKING &amp; REWARDS</a:t>
            </a:r>
          </a:p>
        </p:txBody>
      </p:sp>
      <p:sp>
        <p:nvSpPr>
          <p:cNvPr id="28" name="">
            <a:extLst xmlns:a="http://schemas.openxmlformats.org/drawingml/2006/main">
              <a:ext uri="{FF2B5EF4-FFF2-40B4-BE49-F238E27FC236}">
                <a16:creationId xmlns:a16="http://schemas.microsoft.com/office/drawing/2014/main" id="{DD681D2C-4370-4A8E-8D61-93FE169D3BAA}"/>
              </a:ext>
            </a:extLst>
          </p:cNvPr>
          <p:cNvSpPr>
            <a:spLocks xmlns:a="http://schemas.openxmlformats.org/drawingml/2006/main" noGrp="1"/>
          </p:cNvSpPr>
          <p:nvPr/>
        </p:nvSpPr>
        <p:spPr>
          <a:xfrm xmlns:a="http://schemas.openxmlformats.org/drawingml/2006/main">
            <a:off x="3648075" y="1371600"/>
            <a:ext cx="7677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0">
                <a:solidFill>
                  <a:srgbClr val="FFF6E4"/>
                </a:solidFill>
                <a:latin typeface="Arial"/>
                <a:ea typeface="Arial"/>
                <a:cs typeface="Arial"/>
              </a:defRPr>
            </a:pPr>
            <a:r>
              <a:rPr sz="2175" b="0">
                <a:solidFill>
                  <a:srgbClr val="FFF6E4"/>
                </a:solidFill>
                <a:latin typeface="Arial"/>
                <a:ea typeface="Arial"/>
                <a:cs typeface="Arial"/>
              </a:rPr>
              <a:t>Play a round. Build your score.</a:t>
            </a:r>
          </a:p>
          <a:p xmlns:a="http://schemas.openxmlformats.org/drawingml/2006/main">
            <a:pPr algn="l">
              <a:buNone/>
              <a:defRPr sz="2175" b="0">
                <a:solidFill>
                  <a:srgbClr val="FFF6E4"/>
                </a:solidFill>
                <a:latin typeface="Arial"/>
                <a:ea typeface="Arial"/>
                <a:cs typeface="Arial"/>
              </a:defRPr>
            </a:pPr>
            <a:r>
              <a:rPr sz="2175" b="0">
                <a:solidFill>
                  <a:srgbClr val="FFF6E4"/>
                </a:solidFill>
                <a:latin typeface="Arial"/>
                <a:ea typeface="Arial"/>
                <a:cs typeface="Arial"/>
              </a:rPr>
              <a:t>Challenge the top 10.</a:t>
            </a:r>
          </a:p>
        </p:txBody>
      </p:sp>
      <p:sp>
        <p:nvSpPr>
          <p:cNvPr id="29" name="">
            <a:extLst xmlns:a="http://schemas.openxmlformats.org/drawingml/2006/main">
              <a:ext uri="{FF2B5EF4-FFF2-40B4-BE49-F238E27FC236}">
                <a16:creationId xmlns:a16="http://schemas.microsoft.com/office/drawing/2014/main" id="{CB9BED4B-186B-49BC-BF6A-E707224C9E46}"/>
              </a:ext>
            </a:extLst>
          </p:cNvPr>
          <p:cNvSpPr>
            <a:spLocks xmlns:a="http://schemas.openxmlformats.org/drawingml/2006/main" noGrp="1"/>
          </p:cNvSpPr>
          <p:nvPr/>
        </p:nvSpPr>
        <p:spPr>
          <a:xfrm xmlns:a="http://schemas.openxmlformats.org/drawingml/2006/main">
            <a:off x="3648075" y="2343150"/>
            <a:ext cx="771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550" b="1">
                <a:solidFill>
                  <a:srgbClr val="FFD44E"/>
                </a:solidFill>
                <a:latin typeface="Arial"/>
                <a:ea typeface="Arial"/>
                <a:cs typeface="Arial"/>
              </a:defRPr>
            </a:pPr>
            <a:r>
              <a:rPr sz="2550" b="1">
                <a:solidFill>
                  <a:srgbClr val="FFD44E"/>
                </a:solidFill>
                <a:latin typeface="Arial"/>
                <a:ea typeface="Arial"/>
                <a:cs typeface="Arial"/>
              </a:rPr>
              <a:t>30-MINUTE ROUNDS</a:t>
            </a:r>
          </a:p>
        </p:txBody>
      </p:sp>
      <p:sp>
        <p:nvSpPr>
          <p:cNvPr id="30" name="">
            <a:extLst xmlns:a="http://schemas.openxmlformats.org/drawingml/2006/main">
              <a:ext uri="{FF2B5EF4-FFF2-40B4-BE49-F238E27FC236}">
                <a16:creationId xmlns:a16="http://schemas.microsoft.com/office/drawing/2014/main" id="{4580A4DF-629D-4299-819E-AADCFB207933}"/>
              </a:ext>
            </a:extLst>
          </p:cNvPr>
          <p:cNvSpPr>
            <a:spLocks xmlns:a="http://schemas.openxmlformats.org/drawingml/2006/main" noGrp="1"/>
          </p:cNvSpPr>
          <p:nvPr/>
        </p:nvSpPr>
        <p:spPr>
          <a:xfrm xmlns:a="http://schemas.openxmlformats.org/drawingml/2006/main">
            <a:off x="3648075" y="2800350"/>
            <a:ext cx="7753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C6DCEE"/>
                </a:solidFill>
                <a:latin typeface="Arial"/>
                <a:ea typeface="Arial"/>
                <a:cs typeface="Arial"/>
              </a:defRPr>
            </a:pPr>
            <a:r>
              <a:rPr sz="1875" b="0">
                <a:solidFill>
                  <a:srgbClr val="C6DCEE"/>
                </a:solidFill>
                <a:latin typeface="Arial"/>
                <a:ea typeface="Arial"/>
                <a:cs typeface="Arial"/>
              </a:rPr>
              <a:t>Finish in the top 10 before the round closes.</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ca67195ed40e4a91"/>
          <a:stretch xmlns:a="http://schemas.openxmlformats.org/drawingml/2006/main"/>
        </p:blipFill>
        <p:spPr>
          <a:xfrm xmlns:a="http://schemas.openxmlformats.org/drawingml/2006/main">
            <a:off x="3524250" y="3391996"/>
            <a:ext cx="1905000" cy="2293333"/>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A23EDD3B-BE83-45E3-A682-ADC9B65D4F63}"/>
              </a:ext>
            </a:extLst>
          </p:cNvPr>
          <p:cNvSpPr>
            <a:spLocks xmlns:a="http://schemas.openxmlformats.org/drawingml/2006/main" noGrp="1"/>
          </p:cNvSpPr>
          <p:nvPr/>
        </p:nvSpPr>
        <p:spPr>
          <a:xfrm xmlns:a="http://schemas.openxmlformats.org/drawingml/2006/main">
            <a:off x="3781425" y="4895850"/>
            <a:ext cx="152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75" b="1">
                <a:solidFill>
                  <a:srgbClr val="FFF6E4"/>
                </a:solidFill>
                <a:latin typeface="Arial"/>
                <a:ea typeface="Arial"/>
                <a:cs typeface="Arial"/>
              </a:defRPr>
            </a:pPr>
            <a:r>
              <a:rPr sz="1575" b="1">
                <a:solidFill>
                  <a:srgbClr val="FFF6E4"/>
                </a:solidFill>
                <a:latin typeface="Arial"/>
                <a:ea typeface="Arial"/>
                <a:cs typeface="Arial"/>
              </a:rPr>
              <a:t>2ND</a:t>
            </a:r>
          </a:p>
        </p:txBody>
      </p:sp>
      <p:sp>
        <p:nvSpPr>
          <p:cNvPr id="33" name="">
            <a:extLst xmlns:a="http://schemas.openxmlformats.org/drawingml/2006/main">
              <a:ext uri="{FF2B5EF4-FFF2-40B4-BE49-F238E27FC236}">
                <a16:creationId xmlns:a16="http://schemas.microsoft.com/office/drawing/2014/main" id="{4469164B-063B-409E-9AFF-9D614CAAE0D7}"/>
              </a:ext>
            </a:extLst>
          </p:cNvPr>
          <p:cNvSpPr>
            <a:spLocks xmlns:a="http://schemas.openxmlformats.org/drawingml/2006/main" noGrp="1"/>
          </p:cNvSpPr>
          <p:nvPr/>
        </p:nvSpPr>
        <p:spPr>
          <a:xfrm xmlns:a="http://schemas.openxmlformats.org/drawingml/2006/main">
            <a:off x="3781425" y="51435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75" b="1">
                <a:solidFill>
                  <a:srgbClr val="FFF6E4"/>
                </a:solidFill>
                <a:latin typeface="Arial"/>
                <a:ea typeface="Arial"/>
                <a:cs typeface="Arial"/>
              </a:defRPr>
            </a:pPr>
            <a:r>
              <a:rPr sz="1575" b="1">
                <a:solidFill>
                  <a:srgbClr val="FFF6E4"/>
                </a:solidFill>
                <a:latin typeface="Arial"/>
                <a:ea typeface="Arial"/>
                <a:cs typeface="Arial"/>
              </a:rPr>
              <a:t>750 BATC</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05155d8cee04453f"/>
          <a:stretch xmlns:a="http://schemas.openxmlformats.org/drawingml/2006/main"/>
        </p:blipFill>
        <p:spPr>
          <a:xfrm xmlns:a="http://schemas.openxmlformats.org/drawingml/2006/main">
            <a:off x="5562600" y="3391996"/>
            <a:ext cx="1905000" cy="2293333"/>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67925AD5-ED3C-4D08-9FEF-44A3FE6DE725}"/>
              </a:ext>
            </a:extLst>
          </p:cNvPr>
          <p:cNvSpPr>
            <a:spLocks xmlns:a="http://schemas.openxmlformats.org/drawingml/2006/main" noGrp="1"/>
          </p:cNvSpPr>
          <p:nvPr/>
        </p:nvSpPr>
        <p:spPr>
          <a:xfrm xmlns:a="http://schemas.openxmlformats.org/drawingml/2006/main">
            <a:off x="5819775" y="4895850"/>
            <a:ext cx="152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75" b="1">
                <a:solidFill>
                  <a:srgbClr val="FFF6E4"/>
                </a:solidFill>
                <a:latin typeface="Arial"/>
                <a:ea typeface="Arial"/>
                <a:cs typeface="Arial"/>
              </a:defRPr>
            </a:pPr>
            <a:r>
              <a:rPr sz="1575" b="1">
                <a:solidFill>
                  <a:srgbClr val="FFF6E4"/>
                </a:solidFill>
                <a:latin typeface="Arial"/>
                <a:ea typeface="Arial"/>
                <a:cs typeface="Arial"/>
              </a:rPr>
              <a:t>1ST</a:t>
            </a:r>
          </a:p>
        </p:txBody>
      </p:sp>
      <p:sp>
        <p:nvSpPr>
          <p:cNvPr id="36" name="">
            <a:extLst xmlns:a="http://schemas.openxmlformats.org/drawingml/2006/main">
              <a:ext uri="{FF2B5EF4-FFF2-40B4-BE49-F238E27FC236}">
                <a16:creationId xmlns:a16="http://schemas.microsoft.com/office/drawing/2014/main" id="{220D042B-650A-4CF5-88A5-51D1B7B9D0DA}"/>
              </a:ext>
            </a:extLst>
          </p:cNvPr>
          <p:cNvSpPr>
            <a:spLocks xmlns:a="http://schemas.openxmlformats.org/drawingml/2006/main" noGrp="1"/>
          </p:cNvSpPr>
          <p:nvPr/>
        </p:nvSpPr>
        <p:spPr>
          <a:xfrm xmlns:a="http://schemas.openxmlformats.org/drawingml/2006/main">
            <a:off x="5819775" y="51435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75" b="1">
                <a:solidFill>
                  <a:srgbClr val="FFD44E"/>
                </a:solidFill>
                <a:latin typeface="Arial"/>
                <a:ea typeface="Arial"/>
                <a:cs typeface="Arial"/>
              </a:defRPr>
            </a:pPr>
            <a:r>
              <a:rPr sz="1575" b="1">
                <a:solidFill>
                  <a:srgbClr val="FFD44E"/>
                </a:solidFill>
                <a:latin typeface="Arial"/>
                <a:ea typeface="Arial"/>
                <a:cs typeface="Arial"/>
              </a:rPr>
              <a:t>1,000 BATC</a:t>
            </a:r>
          </a:p>
        </p:txBody>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ff3f467ed04b4f5b"/>
          <a:stretch xmlns:a="http://schemas.openxmlformats.org/drawingml/2006/main"/>
        </p:blipFill>
        <p:spPr>
          <a:xfrm xmlns:a="http://schemas.openxmlformats.org/drawingml/2006/main">
            <a:off x="7600950" y="3391996"/>
            <a:ext cx="1905000" cy="2293333"/>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B9081C11-E0CC-4415-98D0-8AC42E0EBF6D}"/>
              </a:ext>
            </a:extLst>
          </p:cNvPr>
          <p:cNvSpPr>
            <a:spLocks xmlns:a="http://schemas.openxmlformats.org/drawingml/2006/main" noGrp="1"/>
          </p:cNvSpPr>
          <p:nvPr/>
        </p:nvSpPr>
        <p:spPr>
          <a:xfrm xmlns:a="http://schemas.openxmlformats.org/drawingml/2006/main">
            <a:off x="7858125" y="4895850"/>
            <a:ext cx="152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75" b="1">
                <a:solidFill>
                  <a:srgbClr val="FFF6E4"/>
                </a:solidFill>
                <a:latin typeface="Arial"/>
                <a:ea typeface="Arial"/>
                <a:cs typeface="Arial"/>
              </a:defRPr>
            </a:pPr>
            <a:r>
              <a:rPr sz="1575" b="1">
                <a:solidFill>
                  <a:srgbClr val="FFF6E4"/>
                </a:solidFill>
                <a:latin typeface="Arial"/>
                <a:ea typeface="Arial"/>
                <a:cs typeface="Arial"/>
              </a:rPr>
              <a:t>3RD</a:t>
            </a:r>
          </a:p>
        </p:txBody>
      </p:sp>
      <p:sp>
        <p:nvSpPr>
          <p:cNvPr id="39" name="">
            <a:extLst xmlns:a="http://schemas.openxmlformats.org/drawingml/2006/main">
              <a:ext uri="{FF2B5EF4-FFF2-40B4-BE49-F238E27FC236}">
                <a16:creationId xmlns:a16="http://schemas.microsoft.com/office/drawing/2014/main" id="{85044B76-4C73-4E1A-AFFC-25A698FABE87}"/>
              </a:ext>
            </a:extLst>
          </p:cNvPr>
          <p:cNvSpPr>
            <a:spLocks xmlns:a="http://schemas.openxmlformats.org/drawingml/2006/main" noGrp="1"/>
          </p:cNvSpPr>
          <p:nvPr/>
        </p:nvSpPr>
        <p:spPr>
          <a:xfrm xmlns:a="http://schemas.openxmlformats.org/drawingml/2006/main">
            <a:off x="7858125" y="51435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75" b="1">
                <a:solidFill>
                  <a:srgbClr val="FFF6E4"/>
                </a:solidFill>
                <a:latin typeface="Arial"/>
                <a:ea typeface="Arial"/>
                <a:cs typeface="Arial"/>
              </a:defRPr>
            </a:pPr>
            <a:r>
              <a:rPr sz="1575" b="1">
                <a:solidFill>
                  <a:srgbClr val="FFF6E4"/>
                </a:solidFill>
                <a:latin typeface="Arial"/>
                <a:ea typeface="Arial"/>
                <a:cs typeface="Arial"/>
              </a:rPr>
              <a:t>500 BATC</a:t>
            </a:r>
          </a:p>
        </p:txBody>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d581271274924f17"/>
          <a:stretch xmlns:a="http://schemas.openxmlformats.org/drawingml/2006/main"/>
        </p:blipFill>
        <p:spPr>
          <a:xfrm xmlns:a="http://schemas.openxmlformats.org/drawingml/2006/main">
            <a:off x="9639300" y="3391996"/>
            <a:ext cx="1905000" cy="2293333"/>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CCBFF508-7B57-4234-B6F9-2962753BE1D6}"/>
              </a:ext>
            </a:extLst>
          </p:cNvPr>
          <p:cNvSpPr>
            <a:spLocks xmlns:a="http://schemas.openxmlformats.org/drawingml/2006/main" noGrp="1"/>
          </p:cNvSpPr>
          <p:nvPr/>
        </p:nvSpPr>
        <p:spPr>
          <a:xfrm xmlns:a="http://schemas.openxmlformats.org/drawingml/2006/main">
            <a:off x="9896475" y="4895850"/>
            <a:ext cx="152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75" b="1">
                <a:solidFill>
                  <a:srgbClr val="FFF6E4"/>
                </a:solidFill>
                <a:latin typeface="Arial"/>
                <a:ea typeface="Arial"/>
                <a:cs typeface="Arial"/>
              </a:defRPr>
            </a:pPr>
            <a:r>
              <a:rPr sz="1575" b="1">
                <a:solidFill>
                  <a:srgbClr val="FFF6E4"/>
                </a:solidFill>
                <a:latin typeface="Arial"/>
                <a:ea typeface="Arial"/>
                <a:cs typeface="Arial"/>
              </a:rPr>
              <a:t>4TH–10TH</a:t>
            </a:r>
          </a:p>
        </p:txBody>
      </p:sp>
      <p:sp>
        <p:nvSpPr>
          <p:cNvPr id="42" name="">
            <a:extLst xmlns:a="http://schemas.openxmlformats.org/drawingml/2006/main">
              <a:ext uri="{FF2B5EF4-FFF2-40B4-BE49-F238E27FC236}">
                <a16:creationId xmlns:a16="http://schemas.microsoft.com/office/drawing/2014/main" id="{105D7111-3E6D-466A-BFA8-4D71CC3B9A0C}"/>
              </a:ext>
            </a:extLst>
          </p:cNvPr>
          <p:cNvSpPr>
            <a:spLocks xmlns:a="http://schemas.openxmlformats.org/drawingml/2006/main" noGrp="1"/>
          </p:cNvSpPr>
          <p:nvPr/>
        </p:nvSpPr>
        <p:spPr>
          <a:xfrm xmlns:a="http://schemas.openxmlformats.org/drawingml/2006/main">
            <a:off x="9896475" y="51435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75" b="1">
                <a:solidFill>
                  <a:srgbClr val="FFF6E4"/>
                </a:solidFill>
                <a:latin typeface="Arial"/>
                <a:ea typeface="Arial"/>
                <a:cs typeface="Arial"/>
              </a:defRPr>
            </a:pPr>
            <a:r>
              <a:rPr sz="1575" b="1">
                <a:solidFill>
                  <a:srgbClr val="FFF6E4"/>
                </a:solidFill>
                <a:latin typeface="Arial"/>
                <a:ea typeface="Arial"/>
                <a:cs typeface="Arial"/>
              </a:rPr>
              <a:t>250 BATC</a:t>
            </a:r>
          </a:p>
        </p:txBody>
      </p:sp>
      <p:sp>
        <p:nvSpPr>
          <p:cNvPr id="43" name="">
            <a:extLst xmlns:a="http://schemas.openxmlformats.org/drawingml/2006/main">
              <a:ext uri="{FF2B5EF4-FFF2-40B4-BE49-F238E27FC236}">
                <a16:creationId xmlns:a16="http://schemas.microsoft.com/office/drawing/2014/main" id="{9049A29D-E300-41A3-9B57-A712E44F5259}"/>
              </a:ext>
            </a:extLst>
          </p:cNvPr>
          <p:cNvSpPr>
            <a:spLocks xmlns:a="http://schemas.openxmlformats.org/drawingml/2006/main" noGrp="1"/>
          </p:cNvSpPr>
          <p:nvPr/>
        </p:nvSpPr>
        <p:spPr>
          <a:xfrm xmlns:a="http://schemas.openxmlformats.org/drawingml/2006/main">
            <a:off x="3648075" y="5905500"/>
            <a:ext cx="7810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75" b="0">
                <a:solidFill>
                  <a:srgbClr val="C6DCEE"/>
                </a:solidFill>
                <a:latin typeface="Arial"/>
                <a:ea typeface="Arial"/>
                <a:cs typeface="Arial"/>
              </a:defRPr>
            </a:pPr>
            <a:r>
              <a:rPr sz="1575" b="0">
                <a:solidFill>
                  <a:srgbClr val="C6DCEE"/>
                </a:solidFill>
                <a:latin typeface="Arial"/>
                <a:ea typeface="Arial"/>
                <a:cs typeface="Arial"/>
              </a:rPr>
              <a:t>Sample wallets and scores. Current reward design.</a:t>
            </a:r>
          </a:p>
        </p:txBody>
      </p:sp>
      <p:sp>
        <p:nvSpPr>
          <p:cNvPr id="44" name="">
            <a:extLst xmlns:a="http://schemas.openxmlformats.org/drawingml/2006/main">
              <a:ext uri="{FF2B5EF4-FFF2-40B4-BE49-F238E27FC236}">
                <a16:creationId xmlns:a16="http://schemas.microsoft.com/office/drawing/2014/main" id="{C5CE1A41-7B7F-4FF7-B12F-6D6CA37C1890}"/>
              </a:ext>
            </a:extLst>
          </p:cNvPr>
          <p:cNvSpPr>
            <a:spLocks xmlns:a="http://schemas.openxmlformats.org/drawingml/2006/main" noGrp="1"/>
          </p:cNvSpPr>
          <p:nvPr/>
        </p:nvSpPr>
        <p:spPr>
          <a:xfrm xmlns:a="http://schemas.openxmlformats.org/drawingml/2006/main">
            <a:off x="3648075" y="6238875"/>
            <a:ext cx="77438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75" b="0">
                <a:solidFill>
                  <a:srgbClr val="C6DCEE"/>
                </a:solidFill>
                <a:latin typeface="Arial"/>
                <a:ea typeface="Arial"/>
                <a:cs typeface="Arial"/>
              </a:defRPr>
            </a:pPr>
            <a:r>
              <a:rPr sz="1575" b="0">
                <a:solidFill>
                  <a:srgbClr val="C6DCEE"/>
                </a:solidFill>
                <a:latin typeface="Arial"/>
                <a:ea typeface="Arial"/>
                <a:cs typeface="Arial"/>
              </a:rPr>
              <a:t>Live rules and eligibility apply.</a:t>
            </a:r>
          </a:p>
        </p:txBody>
      </p:sp>
    </p:spTree>
    <p:extLst>
      <p:ext uri="{BB962C8B-B14F-4D97-AF65-F5344CB8AC3E}">
        <p14:creationId xmlns:p14="http://schemas.microsoft.com/office/powerpoint/2010/main" val="82547264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02" name=""/>
          <p:cNvPicPr>
            <a:picLocks xmlns:a="http://schemas.openxmlformats.org/drawingml/2006/main" noChangeAspect="1"/>
          </p:cNvPicPr>
          <p:nvPr/>
        </p:nvPicPr>
        <p:blipFill>
          <a:blip xmlns:r="http://schemas.openxmlformats.org/officeDocument/2006/relationships" xmlns:a="http://schemas.openxmlformats.org/drawingml/2006/main" r:embed="Rc680e9236aa846e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55EF75C2-037E-4000-80C2-D96F7999400E}"/>
              </a:ext>
            </a:extLst>
          </p:cNvPr>
          <p:cNvSpPr>
            <a:spLocks xmlns:a="http://schemas.openxmlformats.org/drawingml/2006/main" noGrp="1"/>
          </p:cNvSpPr>
          <p:nvPr/>
        </p:nvSpPr>
        <p:spPr>
          <a:xfrm xmlns:a="http://schemas.openxmlformats.org/drawingml/2006/main">
            <a:off x="609600" y="43815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FFD44E"/>
                </a:solidFill>
                <a:latin typeface="Arial"/>
                <a:ea typeface="Arial"/>
                <a:cs typeface="Arial"/>
              </a:defRPr>
            </a:pPr>
            <a:r>
              <a:rPr sz="3300" b="1">
                <a:solidFill>
                  <a:srgbClr val="FFD44E"/>
                </a:solidFill>
                <a:latin typeface="Arial"/>
                <a:ea typeface="Arial"/>
                <a:cs typeface="Arial"/>
              </a:rPr>
              <a:t>TANKS, POWER-UPS &amp; SKILLS</a:t>
            </a:r>
          </a:p>
        </p:txBody>
      </p:sp>
      <p:sp>
        <p:nvSpPr>
          <p:cNvPr id="46" name="">
            <a:extLst xmlns:a="http://schemas.openxmlformats.org/drawingml/2006/main">
              <a:ext uri="{FF2B5EF4-FFF2-40B4-BE49-F238E27FC236}">
                <a16:creationId xmlns:a16="http://schemas.microsoft.com/office/drawing/2014/main" id="{8B500BE2-CE15-4F20-9F0D-1D12EBAB0744}"/>
              </a:ext>
            </a:extLst>
          </p:cNvPr>
          <p:cNvSpPr>
            <a:spLocks xmlns:a="http://schemas.openxmlformats.org/drawingml/2006/main" noGrp="1"/>
          </p:cNvSpPr>
          <p:nvPr/>
        </p:nvSpPr>
        <p:spPr>
          <a:xfrm xmlns:a="http://schemas.openxmlformats.org/drawingml/2006/main">
            <a:off x="628650" y="1190625"/>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FFD44E"/>
                </a:solidFill>
                <a:latin typeface="Arial"/>
                <a:ea typeface="Arial"/>
                <a:cs typeface="Arial"/>
              </a:defRPr>
            </a:pPr>
            <a:r>
              <a:rPr sz="2025" b="1">
                <a:solidFill>
                  <a:srgbClr val="FFD44E"/>
                </a:solidFill>
                <a:latin typeface="Arial"/>
                <a:ea typeface="Arial"/>
                <a:cs typeface="Arial"/>
              </a:rPr>
              <a:t>POWER-UPS &amp; PICKUPS</a:t>
            </a:r>
          </a:p>
        </p:txBody>
      </p:sp>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9896b65483974bc5"/>
          <a:srcRect xmlns:a="http://schemas.openxmlformats.org/drawingml/2006/main" l="1112" t="2678" r="79864" b="66014"/>
          <a:stretch xmlns:a="http://schemas.openxmlformats.org/drawingml/2006/main"/>
        </p:blipFill>
        <p:spPr>
          <a:xfrm xmlns:a="http://schemas.openxmlformats.org/drawingml/2006/main">
            <a:off x="723900" y="1676400"/>
            <a:ext cx="876300" cy="876300"/>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53B4CC8E-B862-41E2-AC23-51C5FDE85764}"/>
              </a:ext>
            </a:extLst>
          </p:cNvPr>
          <p:cNvSpPr>
            <a:spLocks xmlns:a="http://schemas.openxmlformats.org/drawingml/2006/main" noGrp="1"/>
          </p:cNvSpPr>
          <p:nvPr/>
        </p:nvSpPr>
        <p:spPr>
          <a:xfrm xmlns:a="http://schemas.openxmlformats.org/drawingml/2006/main">
            <a:off x="590550" y="2609850"/>
            <a:ext cx="11334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275" b="1">
                <a:solidFill>
                  <a:srgbClr val="FFF6E4"/>
                </a:solidFill>
                <a:latin typeface="Arial"/>
                <a:ea typeface="Arial"/>
                <a:cs typeface="Arial"/>
              </a:defRPr>
            </a:pPr>
            <a:r>
              <a:rPr sz="1275" b="1">
                <a:solidFill>
                  <a:srgbClr val="FFF6E4"/>
                </a:solidFill>
                <a:latin typeface="Arial"/>
                <a:ea typeface="Arial"/>
                <a:cs typeface="Arial"/>
              </a:rPr>
              <a:t>Shield</a:t>
            </a:r>
          </a:p>
        </p:txBody>
      </p:sp>
      <p:pic>
        <p:nvPicPr>
          <p:cNvPr id="107" name=""/>
          <p:cNvPicPr>
            <a:picLocks xmlns:a="http://schemas.openxmlformats.org/drawingml/2006/main" noChangeAspect="1"/>
          </p:cNvPicPr>
          <p:nvPr/>
        </p:nvPicPr>
        <p:blipFill>
          <a:blip xmlns:r="http://schemas.openxmlformats.org/officeDocument/2006/relationships" xmlns:a="http://schemas.openxmlformats.org/drawingml/2006/main" r:embed="R6fca8ebe91fa46f7"/>
          <a:srcRect xmlns:a="http://schemas.openxmlformats.org/drawingml/2006/main" l="20506" t="2678" r="60099" b="66014"/>
          <a:stretch xmlns:a="http://schemas.openxmlformats.org/drawingml/2006/main"/>
        </p:blipFill>
        <p:spPr>
          <a:xfrm xmlns:a="http://schemas.openxmlformats.org/drawingml/2006/main">
            <a:off x="1838325" y="1676400"/>
            <a:ext cx="876300" cy="876300"/>
          </a:xfrm>
          <a:prstGeom xmlns:a="http://schemas.openxmlformats.org/drawingml/2006/main" prst="rect">
            <a:avLst/>
          </a:prstGeom>
        </p:spPr>
      </p:pic>
      <p:sp>
        <p:nvSpPr>
          <p:cNvPr id="50" name="">
            <a:extLst xmlns:a="http://schemas.openxmlformats.org/drawingml/2006/main">
              <a:ext uri="{FF2B5EF4-FFF2-40B4-BE49-F238E27FC236}">
                <a16:creationId xmlns:a16="http://schemas.microsoft.com/office/drawing/2014/main" id="{45106146-5435-48B2-A46B-DF4C8EA82F60}"/>
              </a:ext>
            </a:extLst>
          </p:cNvPr>
          <p:cNvSpPr>
            <a:spLocks xmlns:a="http://schemas.openxmlformats.org/drawingml/2006/main" noGrp="1"/>
          </p:cNvSpPr>
          <p:nvPr/>
        </p:nvSpPr>
        <p:spPr>
          <a:xfrm xmlns:a="http://schemas.openxmlformats.org/drawingml/2006/main">
            <a:off x="1704975" y="2609850"/>
            <a:ext cx="11334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275" b="1">
                <a:solidFill>
                  <a:srgbClr val="FFF6E4"/>
                </a:solidFill>
                <a:latin typeface="Arial"/>
                <a:ea typeface="Arial"/>
                <a:cs typeface="Arial"/>
              </a:defRPr>
            </a:pPr>
            <a:r>
              <a:rPr sz="1275" b="1">
                <a:solidFill>
                  <a:srgbClr val="FFF6E4"/>
                </a:solidFill>
                <a:latin typeface="Arial"/>
                <a:ea typeface="Arial"/>
                <a:cs typeface="Arial"/>
              </a:rPr>
              <a:t>Base Defence</a:t>
            </a:r>
          </a:p>
        </p:txBody>
      </p:sp>
      <p:pic>
        <p:nvPicPr>
          <p:cNvPr id="109" name=""/>
          <p:cNvPicPr>
            <a:picLocks xmlns:a="http://schemas.openxmlformats.org/drawingml/2006/main" noChangeAspect="1"/>
          </p:cNvPicPr>
          <p:nvPr/>
        </p:nvPicPr>
        <p:blipFill>
          <a:blip xmlns:r="http://schemas.openxmlformats.org/officeDocument/2006/relationships" xmlns:a="http://schemas.openxmlformats.org/drawingml/2006/main" r:embed="R05f3eba485bd4b50"/>
          <a:srcRect xmlns:a="http://schemas.openxmlformats.org/drawingml/2006/main" l="40272" t="2678" r="40334" b="66014"/>
          <a:stretch xmlns:a="http://schemas.openxmlformats.org/drawingml/2006/main"/>
        </p:blipFill>
        <p:spPr>
          <a:xfrm xmlns:a="http://schemas.openxmlformats.org/drawingml/2006/main">
            <a:off x="2952750" y="1676400"/>
            <a:ext cx="876300" cy="876300"/>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8F6532B9-CD0B-4C09-932D-22B74C87881F}"/>
              </a:ext>
            </a:extLst>
          </p:cNvPr>
          <p:cNvSpPr>
            <a:spLocks xmlns:a="http://schemas.openxmlformats.org/drawingml/2006/main" noGrp="1"/>
          </p:cNvSpPr>
          <p:nvPr/>
        </p:nvSpPr>
        <p:spPr>
          <a:xfrm xmlns:a="http://schemas.openxmlformats.org/drawingml/2006/main">
            <a:off x="2819400" y="2609850"/>
            <a:ext cx="11334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275" b="1">
                <a:solidFill>
                  <a:srgbClr val="FFF6E4"/>
                </a:solidFill>
                <a:latin typeface="Arial"/>
                <a:ea typeface="Arial"/>
                <a:cs typeface="Arial"/>
              </a:defRPr>
            </a:pPr>
            <a:r>
              <a:rPr sz="1275" b="1">
                <a:solidFill>
                  <a:srgbClr val="FFF6E4"/>
                </a:solidFill>
                <a:latin typeface="Arial"/>
                <a:ea typeface="Arial"/>
                <a:cs typeface="Arial"/>
              </a:rPr>
              <a:t>Freeze</a:t>
            </a:r>
          </a:p>
        </p:txBody>
      </p:sp>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dc8a8e95cd374759"/>
          <a:srcRect xmlns:a="http://schemas.openxmlformats.org/drawingml/2006/main" l="60037" t="2678" r="20568" b="66014"/>
          <a:stretch xmlns:a="http://schemas.openxmlformats.org/drawingml/2006/main"/>
        </p:blipFill>
        <p:spPr>
          <a:xfrm xmlns:a="http://schemas.openxmlformats.org/drawingml/2006/main">
            <a:off x="4067175" y="1676400"/>
            <a:ext cx="876300" cy="876300"/>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EB2A7167-793F-4337-A5CC-3A9073D6EEBE}"/>
              </a:ext>
            </a:extLst>
          </p:cNvPr>
          <p:cNvSpPr>
            <a:spLocks xmlns:a="http://schemas.openxmlformats.org/drawingml/2006/main" noGrp="1"/>
          </p:cNvSpPr>
          <p:nvPr/>
        </p:nvSpPr>
        <p:spPr>
          <a:xfrm xmlns:a="http://schemas.openxmlformats.org/drawingml/2006/main">
            <a:off x="3933825" y="2609850"/>
            <a:ext cx="11334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275" b="1">
                <a:solidFill>
                  <a:srgbClr val="FFF6E4"/>
                </a:solidFill>
                <a:latin typeface="Arial"/>
                <a:ea typeface="Arial"/>
                <a:cs typeface="Arial"/>
              </a:defRPr>
            </a:pPr>
            <a:r>
              <a:rPr sz="1275" b="1">
                <a:solidFill>
                  <a:srgbClr val="FFF6E4"/>
                </a:solidFill>
                <a:latin typeface="Arial"/>
                <a:ea typeface="Arial"/>
                <a:cs typeface="Arial"/>
              </a:rPr>
              <a:t>Extra Life</a:t>
            </a:r>
          </a:p>
        </p:txBody>
      </p:sp>
      <p:pic>
        <p:nvPicPr>
          <p:cNvPr id="113" name=""/>
          <p:cNvPicPr>
            <a:picLocks xmlns:a="http://schemas.openxmlformats.org/drawingml/2006/main" noChangeAspect="1"/>
          </p:cNvPicPr>
          <p:nvPr/>
        </p:nvPicPr>
        <p:blipFill>
          <a:blip xmlns:r="http://schemas.openxmlformats.org/officeDocument/2006/relationships" xmlns:a="http://schemas.openxmlformats.org/drawingml/2006/main" r:embed="Rfbbb77e51dce49b1"/>
          <a:srcRect xmlns:a="http://schemas.openxmlformats.org/drawingml/2006/main" l="79802" t="2678" r="679" b="66014"/>
          <a:stretch xmlns:a="http://schemas.openxmlformats.org/drawingml/2006/main"/>
        </p:blipFill>
        <p:spPr>
          <a:xfrm xmlns:a="http://schemas.openxmlformats.org/drawingml/2006/main">
            <a:off x="5181600" y="1676400"/>
            <a:ext cx="876300" cy="876300"/>
          </a:xfrm>
          <a:prstGeom xmlns:a="http://schemas.openxmlformats.org/drawingml/2006/main" prst="rect">
            <a:avLst/>
          </a:prstGeom>
        </p:spPr>
      </p:pic>
      <p:sp>
        <p:nvSpPr>
          <p:cNvPr id="56" name="">
            <a:extLst xmlns:a="http://schemas.openxmlformats.org/drawingml/2006/main">
              <a:ext uri="{FF2B5EF4-FFF2-40B4-BE49-F238E27FC236}">
                <a16:creationId xmlns:a16="http://schemas.microsoft.com/office/drawing/2014/main" id="{E16E19E1-FF46-420E-825F-C855DBB592F9}"/>
              </a:ext>
            </a:extLst>
          </p:cNvPr>
          <p:cNvSpPr>
            <a:spLocks xmlns:a="http://schemas.openxmlformats.org/drawingml/2006/main" noGrp="1"/>
          </p:cNvSpPr>
          <p:nvPr/>
        </p:nvSpPr>
        <p:spPr>
          <a:xfrm xmlns:a="http://schemas.openxmlformats.org/drawingml/2006/main">
            <a:off x="5048250" y="2609850"/>
            <a:ext cx="11334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275" b="1">
                <a:solidFill>
                  <a:srgbClr val="FFF6E4"/>
                </a:solidFill>
                <a:latin typeface="Arial"/>
                <a:ea typeface="Arial"/>
                <a:cs typeface="Arial"/>
              </a:defRPr>
            </a:pPr>
            <a:r>
              <a:rPr sz="1275" b="1">
                <a:solidFill>
                  <a:srgbClr val="FFF6E4"/>
                </a:solidFill>
                <a:latin typeface="Arial"/>
                <a:ea typeface="Arial"/>
                <a:cs typeface="Arial"/>
              </a:rPr>
              <a:t>Upgrade</a:t>
            </a:r>
          </a:p>
        </p:txBody>
      </p:sp>
      <p:pic>
        <p:nvPicPr>
          <p:cNvPr id="115" name=""/>
          <p:cNvPicPr>
            <a:picLocks xmlns:a="http://schemas.openxmlformats.org/drawingml/2006/main" noChangeAspect="1"/>
          </p:cNvPicPr>
          <p:nvPr/>
        </p:nvPicPr>
        <p:blipFill>
          <a:blip xmlns:r="http://schemas.openxmlformats.org/officeDocument/2006/relationships" xmlns:a="http://schemas.openxmlformats.org/drawingml/2006/main" r:embed="R756a3c92da474f80"/>
          <a:srcRect xmlns:a="http://schemas.openxmlformats.org/drawingml/2006/main" l="1112" t="34295" r="79864" b="35530"/>
          <a:stretch xmlns:a="http://schemas.openxmlformats.org/drawingml/2006/main"/>
        </p:blipFill>
        <p:spPr>
          <a:xfrm xmlns:a="http://schemas.openxmlformats.org/drawingml/2006/main">
            <a:off x="723900" y="3067050"/>
            <a:ext cx="876300" cy="876300"/>
          </a:xfrm>
          <a:prstGeom xmlns:a="http://schemas.openxmlformats.org/drawingml/2006/main" prst="rect">
            <a:avLst/>
          </a:prstGeom>
        </p:spPr>
      </p:pic>
      <p:sp>
        <p:nvSpPr>
          <p:cNvPr id="58" name="">
            <a:extLst xmlns:a="http://schemas.openxmlformats.org/drawingml/2006/main">
              <a:ext uri="{FF2B5EF4-FFF2-40B4-BE49-F238E27FC236}">
                <a16:creationId xmlns:a16="http://schemas.microsoft.com/office/drawing/2014/main" id="{34F46521-EE8A-4871-AC01-5083232B9561}"/>
              </a:ext>
            </a:extLst>
          </p:cNvPr>
          <p:cNvSpPr>
            <a:spLocks xmlns:a="http://schemas.openxmlformats.org/drawingml/2006/main" noGrp="1"/>
          </p:cNvSpPr>
          <p:nvPr/>
        </p:nvSpPr>
        <p:spPr>
          <a:xfrm xmlns:a="http://schemas.openxmlformats.org/drawingml/2006/main">
            <a:off x="590550" y="4000500"/>
            <a:ext cx="11334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275" b="1">
                <a:solidFill>
                  <a:srgbClr val="FFF6E4"/>
                </a:solidFill>
                <a:latin typeface="Arial"/>
                <a:ea typeface="Arial"/>
                <a:cs typeface="Arial"/>
              </a:defRPr>
            </a:pPr>
            <a:r>
              <a:rPr sz="1275" b="1">
                <a:solidFill>
                  <a:srgbClr val="FFF6E4"/>
                </a:solidFill>
                <a:latin typeface="Arial"/>
                <a:ea typeface="Arial"/>
                <a:cs typeface="Arial"/>
              </a:rPr>
              <a:t>Wipeout</a:t>
            </a:r>
          </a:p>
        </p:txBody>
      </p:sp>
      <p:pic>
        <p:nvPicPr>
          <p:cNvPr id="117" name=""/>
          <p:cNvPicPr>
            <a:picLocks xmlns:a="http://schemas.openxmlformats.org/drawingml/2006/main" noChangeAspect="1"/>
          </p:cNvPicPr>
          <p:nvPr/>
        </p:nvPicPr>
        <p:blipFill>
          <a:blip xmlns:r="http://schemas.openxmlformats.org/officeDocument/2006/relationships" xmlns:a="http://schemas.openxmlformats.org/drawingml/2006/main" r:embed="R68657750f5a048b4"/>
          <a:srcRect xmlns:a="http://schemas.openxmlformats.org/drawingml/2006/main" l="40272" t="34295" r="40334" b="35530"/>
          <a:stretch xmlns:a="http://schemas.openxmlformats.org/drawingml/2006/main"/>
        </p:blipFill>
        <p:spPr>
          <a:xfrm xmlns:a="http://schemas.openxmlformats.org/drawingml/2006/main">
            <a:off x="1838325" y="3067050"/>
            <a:ext cx="876300" cy="876300"/>
          </a:xfrm>
          <a:prstGeom xmlns:a="http://schemas.openxmlformats.org/drawingml/2006/main" prst="rect">
            <a:avLst/>
          </a:prstGeom>
        </p:spPr>
      </p:pic>
      <p:sp>
        <p:nvSpPr>
          <p:cNvPr id="60" name="">
            <a:extLst xmlns:a="http://schemas.openxmlformats.org/drawingml/2006/main">
              <a:ext uri="{FF2B5EF4-FFF2-40B4-BE49-F238E27FC236}">
                <a16:creationId xmlns:a16="http://schemas.microsoft.com/office/drawing/2014/main" id="{B2ADB36E-7F79-481D-85D1-503517B13298}"/>
              </a:ext>
            </a:extLst>
          </p:cNvPr>
          <p:cNvSpPr>
            <a:spLocks xmlns:a="http://schemas.openxmlformats.org/drawingml/2006/main" noGrp="1"/>
          </p:cNvSpPr>
          <p:nvPr/>
        </p:nvSpPr>
        <p:spPr>
          <a:xfrm xmlns:a="http://schemas.openxmlformats.org/drawingml/2006/main">
            <a:off x="1704975" y="4000500"/>
            <a:ext cx="11334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275" b="1">
                <a:solidFill>
                  <a:srgbClr val="FFF6E4"/>
                </a:solidFill>
                <a:latin typeface="Arial"/>
                <a:ea typeface="Arial"/>
                <a:cs typeface="Arial"/>
              </a:defRPr>
            </a:pPr>
            <a:r>
              <a:rPr sz="1275" b="1">
                <a:solidFill>
                  <a:srgbClr val="FFF6E4"/>
                </a:solidFill>
                <a:latin typeface="Arial"/>
                <a:ea typeface="Arial"/>
                <a:cs typeface="Arial"/>
              </a:rPr>
              <a:t>Speed</a:t>
            </a:r>
          </a:p>
        </p:txBody>
      </p:sp>
      <p:pic>
        <p:nvPicPr>
          <p:cNvPr id="119" name=""/>
          <p:cNvPicPr>
            <a:picLocks xmlns:a="http://schemas.openxmlformats.org/drawingml/2006/main" noChangeAspect="1"/>
          </p:cNvPicPr>
          <p:nvPr/>
        </p:nvPicPr>
        <p:blipFill>
          <a:blip xmlns:r="http://schemas.openxmlformats.org/officeDocument/2006/relationships" xmlns:a="http://schemas.openxmlformats.org/drawingml/2006/main" r:embed="R6053d7c68c824c0e"/>
          <a:srcRect xmlns:a="http://schemas.openxmlformats.org/drawingml/2006/main" l="79802" t="64676" r="679" b="5046"/>
          <a:stretch xmlns:a="http://schemas.openxmlformats.org/drawingml/2006/main"/>
        </p:blipFill>
        <p:spPr>
          <a:xfrm xmlns:a="http://schemas.openxmlformats.org/drawingml/2006/main">
            <a:off x="2952750" y="3067050"/>
            <a:ext cx="876300" cy="876300"/>
          </a:xfrm>
          <a:prstGeom xmlns:a="http://schemas.openxmlformats.org/drawingml/2006/main" prst="rect">
            <a:avLst/>
          </a:prstGeom>
        </p:spPr>
      </p:pic>
      <p:sp>
        <p:nvSpPr>
          <p:cNvPr id="62" name="">
            <a:extLst xmlns:a="http://schemas.openxmlformats.org/drawingml/2006/main">
              <a:ext uri="{FF2B5EF4-FFF2-40B4-BE49-F238E27FC236}">
                <a16:creationId xmlns:a16="http://schemas.microsoft.com/office/drawing/2014/main" id="{4035F659-E660-4259-8704-750556BDE7D2}"/>
              </a:ext>
            </a:extLst>
          </p:cNvPr>
          <p:cNvSpPr>
            <a:spLocks xmlns:a="http://schemas.openxmlformats.org/drawingml/2006/main" noGrp="1"/>
          </p:cNvSpPr>
          <p:nvPr/>
        </p:nvSpPr>
        <p:spPr>
          <a:xfrm xmlns:a="http://schemas.openxmlformats.org/drawingml/2006/main">
            <a:off x="2819400" y="4000500"/>
            <a:ext cx="11334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275" b="1">
                <a:solidFill>
                  <a:srgbClr val="FFF6E4"/>
                </a:solidFill>
                <a:latin typeface="Arial"/>
                <a:ea typeface="Arial"/>
                <a:cs typeface="Arial"/>
              </a:defRPr>
            </a:pPr>
            <a:r>
              <a:rPr sz="1275" b="1">
                <a:solidFill>
                  <a:srgbClr val="FFF6E4"/>
                </a:solidFill>
                <a:latin typeface="Arial"/>
                <a:ea typeface="Arial"/>
                <a:cs typeface="Arial"/>
              </a:rPr>
              <a:t>Zoom Out</a:t>
            </a:r>
          </a:p>
        </p:txBody>
      </p:sp>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ed128b58dd7e4161"/>
          <a:srcRect xmlns:a="http://schemas.openxmlformats.org/drawingml/2006/main" l="40272" t="64676" r="40334" b="5046"/>
          <a:stretch xmlns:a="http://schemas.openxmlformats.org/drawingml/2006/main"/>
        </p:blipFill>
        <p:spPr>
          <a:xfrm xmlns:a="http://schemas.openxmlformats.org/drawingml/2006/main">
            <a:off x="4067175" y="3067050"/>
            <a:ext cx="876300" cy="876300"/>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1FEE7CE9-3323-4B7D-9AAB-32F5AB7C7A04}"/>
              </a:ext>
            </a:extLst>
          </p:cNvPr>
          <p:cNvSpPr>
            <a:spLocks xmlns:a="http://schemas.openxmlformats.org/drawingml/2006/main" noGrp="1"/>
          </p:cNvSpPr>
          <p:nvPr/>
        </p:nvSpPr>
        <p:spPr>
          <a:xfrm xmlns:a="http://schemas.openxmlformats.org/drawingml/2006/main">
            <a:off x="3933825" y="4000500"/>
            <a:ext cx="11334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275" b="1">
                <a:solidFill>
                  <a:srgbClr val="FFF6E4"/>
                </a:solidFill>
                <a:latin typeface="Arial"/>
                <a:ea typeface="Arial"/>
                <a:cs typeface="Arial"/>
              </a:defRPr>
            </a:pPr>
            <a:r>
              <a:rPr sz="1275" b="1">
                <a:solidFill>
                  <a:srgbClr val="FFF6E4"/>
                </a:solidFill>
                <a:latin typeface="Arial"/>
                <a:ea typeface="Arial"/>
                <a:cs typeface="Arial"/>
              </a:rPr>
              <a:t>100 BATC</a:t>
            </a:r>
          </a:p>
        </p:txBody>
      </p:sp>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54dc4b3bbdb6489e"/>
          <a:srcRect xmlns:a="http://schemas.openxmlformats.org/drawingml/2006/main" l="60037" t="64676" r="20568" b="5046"/>
          <a:stretch xmlns:a="http://schemas.openxmlformats.org/drawingml/2006/main"/>
        </p:blipFill>
        <p:spPr>
          <a:xfrm xmlns:a="http://schemas.openxmlformats.org/drawingml/2006/main">
            <a:off x="5181600" y="3067050"/>
            <a:ext cx="876300" cy="876300"/>
          </a:xfrm>
          <a:prstGeom xmlns:a="http://schemas.openxmlformats.org/drawingml/2006/main" prst="rect">
            <a:avLst/>
          </a:prstGeom>
        </p:spPr>
      </p:pic>
      <p:sp>
        <p:nvSpPr>
          <p:cNvPr id="66" name="">
            <a:extLst xmlns:a="http://schemas.openxmlformats.org/drawingml/2006/main">
              <a:ext uri="{FF2B5EF4-FFF2-40B4-BE49-F238E27FC236}">
                <a16:creationId xmlns:a16="http://schemas.microsoft.com/office/drawing/2014/main" id="{1B60E275-5C8A-4D37-A67E-D50975586139}"/>
              </a:ext>
            </a:extLst>
          </p:cNvPr>
          <p:cNvSpPr>
            <a:spLocks xmlns:a="http://schemas.openxmlformats.org/drawingml/2006/main" noGrp="1"/>
          </p:cNvSpPr>
          <p:nvPr/>
        </p:nvSpPr>
        <p:spPr>
          <a:xfrm xmlns:a="http://schemas.openxmlformats.org/drawingml/2006/main">
            <a:off x="5048250" y="4000500"/>
            <a:ext cx="11334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275" b="1">
                <a:solidFill>
                  <a:srgbClr val="FFF6E4"/>
                </a:solidFill>
                <a:latin typeface="Arial"/>
                <a:ea typeface="Arial"/>
                <a:cs typeface="Arial"/>
              </a:defRPr>
            </a:pPr>
            <a:r>
              <a:rPr sz="1275" b="1">
                <a:solidFill>
                  <a:srgbClr val="FFF6E4"/>
                </a:solidFill>
                <a:latin typeface="Arial"/>
                <a:ea typeface="Arial"/>
                <a:cs typeface="Arial"/>
              </a:rPr>
              <a:t>200 BATC</a:t>
            </a:r>
          </a:p>
        </p:txBody>
      </p:sp>
      <p:sp>
        <p:nvSpPr>
          <p:cNvPr id="67" name="">
            <a:extLst xmlns:a="http://schemas.openxmlformats.org/drawingml/2006/main">
              <a:ext uri="{FF2B5EF4-FFF2-40B4-BE49-F238E27FC236}">
                <a16:creationId xmlns:a16="http://schemas.microsoft.com/office/drawing/2014/main" id="{26D205F7-AF26-4C9C-A601-366434FB51F0}"/>
              </a:ext>
            </a:extLst>
          </p:cNvPr>
          <p:cNvSpPr>
            <a:spLocks xmlns:a="http://schemas.openxmlformats.org/drawingml/2006/main" noGrp="1"/>
          </p:cNvSpPr>
          <p:nvPr/>
        </p:nvSpPr>
        <p:spPr>
          <a:xfrm xmlns:a="http://schemas.openxmlformats.org/drawingml/2006/main">
            <a:off x="628650" y="437197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FFD44E"/>
                </a:solidFill>
                <a:latin typeface="Arial"/>
                <a:ea typeface="Arial"/>
                <a:cs typeface="Arial"/>
              </a:defRPr>
            </a:pPr>
            <a:r>
              <a:rPr sz="1950" b="1">
                <a:solidFill>
                  <a:srgbClr val="FFD44E"/>
                </a:solidFill>
                <a:latin typeface="Arial"/>
                <a:ea typeface="Arial"/>
                <a:cs typeface="Arial"/>
              </a:rPr>
              <a:t>TANK TYPES</a:t>
            </a:r>
          </a:p>
        </p:txBody>
      </p:sp>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72eb362fe33447b5"/>
          <a:stretch xmlns:a="http://schemas.openxmlformats.org/drawingml/2006/main"/>
        </p:blipFill>
        <p:spPr>
          <a:xfrm xmlns:a="http://schemas.openxmlformats.org/drawingml/2006/main">
            <a:off x="696896" y="4819650"/>
            <a:ext cx="1749459" cy="1438275"/>
          </a:xfrm>
          <a:prstGeom xmlns:a="http://schemas.openxmlformats.org/drawingml/2006/main" prst="rect">
            <a:avLst/>
          </a:prstGeom>
        </p:spPr>
      </p:pic>
      <p:sp>
        <p:nvSpPr>
          <p:cNvPr id="69" name="">
            <a:extLst xmlns:a="http://schemas.openxmlformats.org/drawingml/2006/main">
              <a:ext uri="{FF2B5EF4-FFF2-40B4-BE49-F238E27FC236}">
                <a16:creationId xmlns:a16="http://schemas.microsoft.com/office/drawing/2014/main" id="{DD7BB682-C93E-4582-8CE2-4177384FECBF}"/>
              </a:ext>
            </a:extLst>
          </p:cNvPr>
          <p:cNvSpPr>
            <a:spLocks xmlns:a="http://schemas.openxmlformats.org/drawingml/2006/main" noGrp="1"/>
          </p:cNvSpPr>
          <p:nvPr/>
        </p:nvSpPr>
        <p:spPr>
          <a:xfrm xmlns:a="http://schemas.openxmlformats.org/drawingml/2006/main">
            <a:off x="2619375" y="4829175"/>
            <a:ext cx="3705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1">
                <a:solidFill>
                  <a:srgbClr val="FFF6E4"/>
                </a:solidFill>
                <a:latin typeface="Arial"/>
                <a:ea typeface="Arial"/>
                <a:cs typeface="Arial"/>
              </a:defRPr>
            </a:pPr>
            <a:r>
              <a:rPr sz="1800" b="1">
                <a:solidFill>
                  <a:srgbClr val="FFF6E4"/>
                </a:solidFill>
                <a:latin typeface="Arial"/>
                <a:ea typeface="Arial"/>
                <a:cs typeface="Arial"/>
              </a:rPr>
              <a:t>A  Standard      B  Fast</a:t>
            </a:r>
          </a:p>
        </p:txBody>
      </p:sp>
      <p:sp>
        <p:nvSpPr>
          <p:cNvPr id="70" name="">
            <a:extLst xmlns:a="http://schemas.openxmlformats.org/drawingml/2006/main">
              <a:ext uri="{FF2B5EF4-FFF2-40B4-BE49-F238E27FC236}">
                <a16:creationId xmlns:a16="http://schemas.microsoft.com/office/drawing/2014/main" id="{9E3F896C-53A9-4B1F-9B85-2708FA29C1AF}"/>
              </a:ext>
            </a:extLst>
          </p:cNvPr>
          <p:cNvSpPr>
            <a:spLocks xmlns:a="http://schemas.openxmlformats.org/drawingml/2006/main" noGrp="1"/>
          </p:cNvSpPr>
          <p:nvPr/>
        </p:nvSpPr>
        <p:spPr>
          <a:xfrm xmlns:a="http://schemas.openxmlformats.org/drawingml/2006/main">
            <a:off x="2619375" y="5219700"/>
            <a:ext cx="3743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1">
                <a:solidFill>
                  <a:srgbClr val="FFF6E4"/>
                </a:solidFill>
                <a:latin typeface="Arial"/>
                <a:ea typeface="Arial"/>
                <a:cs typeface="Arial"/>
              </a:defRPr>
            </a:pPr>
            <a:r>
              <a:rPr sz="1800" b="1">
                <a:solidFill>
                  <a:srgbClr val="FFF6E4"/>
                </a:solidFill>
                <a:latin typeface="Arial"/>
                <a:ea typeface="Arial"/>
                <a:cs typeface="Arial"/>
              </a:rPr>
              <a:t>C  Power           D  Armored</a:t>
            </a:r>
          </a:p>
        </p:txBody>
      </p:sp>
      <p:sp>
        <p:nvSpPr>
          <p:cNvPr id="71" name="">
            <a:extLst xmlns:a="http://schemas.openxmlformats.org/drawingml/2006/main">
              <a:ext uri="{FF2B5EF4-FFF2-40B4-BE49-F238E27FC236}">
                <a16:creationId xmlns:a16="http://schemas.microsoft.com/office/drawing/2014/main" id="{E03C5DC6-2C96-4C36-8B8C-E6EC3A6FEF1A}"/>
              </a:ext>
            </a:extLst>
          </p:cNvPr>
          <p:cNvSpPr>
            <a:spLocks xmlns:a="http://schemas.openxmlformats.org/drawingml/2006/main" noGrp="1"/>
          </p:cNvSpPr>
          <p:nvPr/>
        </p:nvSpPr>
        <p:spPr>
          <a:xfrm xmlns:a="http://schemas.openxmlformats.org/drawingml/2006/main">
            <a:off x="2619375" y="5619750"/>
            <a:ext cx="3457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75" b="0">
                <a:solidFill>
                  <a:srgbClr val="FFD44E"/>
                </a:solidFill>
                <a:latin typeface="Arial"/>
                <a:ea typeface="Arial"/>
                <a:cs typeface="Arial"/>
              </a:defRPr>
            </a:pPr>
            <a:r>
              <a:rPr sz="1575" b="0">
                <a:solidFill>
                  <a:srgbClr val="FFD44E"/>
                </a:solidFill>
                <a:latin typeface="Arial"/>
                <a:ea typeface="Arial"/>
                <a:cs typeface="Arial"/>
              </a:rPr>
              <a:t>Enemy tiers A–D</a:t>
            </a:r>
          </a:p>
        </p:txBody>
      </p:sp>
      <p:sp>
        <p:nvSpPr>
          <p:cNvPr id="72" name="">
            <a:extLst xmlns:a="http://schemas.openxmlformats.org/drawingml/2006/main">
              <a:ext uri="{FF2B5EF4-FFF2-40B4-BE49-F238E27FC236}">
                <a16:creationId xmlns:a16="http://schemas.microsoft.com/office/drawing/2014/main" id="{DC030806-6CAA-4E92-90FC-2A25C0061C21}"/>
              </a:ext>
            </a:extLst>
          </p:cNvPr>
          <p:cNvSpPr>
            <a:spLocks xmlns:a="http://schemas.openxmlformats.org/drawingml/2006/main" noGrp="1"/>
          </p:cNvSpPr>
          <p:nvPr/>
        </p:nvSpPr>
        <p:spPr>
          <a:xfrm xmlns:a="http://schemas.openxmlformats.org/drawingml/2006/main">
            <a:off x="647700" y="6286500"/>
            <a:ext cx="575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00" b="0">
                <a:solidFill>
                  <a:srgbClr val="C6DCEE"/>
                </a:solidFill>
                <a:latin typeface="Arial"/>
                <a:ea typeface="Arial"/>
                <a:cs typeface="Arial"/>
              </a:defRPr>
            </a:pPr>
            <a:r>
              <a:rPr sz="1500" b="0">
                <a:solidFill>
                  <a:srgbClr val="C6DCEE"/>
                </a:solidFill>
                <a:latin typeface="Arial"/>
                <a:ea typeface="Arial"/>
                <a:cs typeface="Arial"/>
              </a:rPr>
              <a:t>Player upgrades: faster shots and reload</a:t>
            </a:r>
          </a:p>
        </p:txBody>
      </p:sp>
      <p:sp>
        <p:nvSpPr>
          <p:cNvPr id="73" name="">
            <a:extLst xmlns:a="http://schemas.openxmlformats.org/drawingml/2006/main">
              <a:ext uri="{FF2B5EF4-FFF2-40B4-BE49-F238E27FC236}">
                <a16:creationId xmlns:a16="http://schemas.microsoft.com/office/drawing/2014/main" id="{B9D2C059-5CB4-4E08-B343-22D6ADA91129}"/>
              </a:ext>
            </a:extLst>
          </p:cNvPr>
          <p:cNvSpPr>
            <a:spLocks xmlns:a="http://schemas.openxmlformats.org/drawingml/2006/main" noGrp="1"/>
          </p:cNvSpPr>
          <p:nvPr/>
        </p:nvSpPr>
        <p:spPr>
          <a:xfrm xmlns:a="http://schemas.openxmlformats.org/drawingml/2006/main">
            <a:off x="6638925" y="1190625"/>
            <a:ext cx="489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FFD44E"/>
                </a:solidFill>
                <a:latin typeface="Arial"/>
                <a:ea typeface="Arial"/>
                <a:cs typeface="Arial"/>
              </a:defRPr>
            </a:pPr>
            <a:r>
              <a:rPr sz="2025" b="1">
                <a:solidFill>
                  <a:srgbClr val="FFD44E"/>
                </a:solidFill>
                <a:latin typeface="Arial"/>
                <a:ea typeface="Arial"/>
                <a:cs typeface="Arial"/>
              </a:rPr>
              <a:t>DEPLOYABLE SKILLS</a:t>
            </a:r>
          </a:p>
        </p:txBody>
      </p:sp>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4aa96b62d1294773"/>
          <a:stretch xmlns:a="http://schemas.openxmlformats.org/drawingml/2006/main"/>
        </p:blipFill>
        <p:spPr>
          <a:xfrm xmlns:a="http://schemas.openxmlformats.org/drawingml/2006/main">
            <a:off x="6813227" y="1676400"/>
            <a:ext cx="1842145" cy="1514475"/>
          </a:xfrm>
          <a:prstGeom xmlns:a="http://schemas.openxmlformats.org/drawingml/2006/main" prst="rect">
            <a:avLst/>
          </a:prstGeom>
        </p:spPr>
      </p:pic>
      <p:sp>
        <p:nvSpPr>
          <p:cNvPr id="75" name="">
            <a:extLst xmlns:a="http://schemas.openxmlformats.org/drawingml/2006/main">
              <a:ext uri="{FF2B5EF4-FFF2-40B4-BE49-F238E27FC236}">
                <a16:creationId xmlns:a16="http://schemas.microsoft.com/office/drawing/2014/main" id="{BBA0A2F0-3233-42EB-B833-4CE44D4648C3}"/>
              </a:ext>
            </a:extLst>
          </p:cNvPr>
          <p:cNvSpPr>
            <a:spLocks xmlns:a="http://schemas.openxmlformats.org/drawingml/2006/main" noGrp="1"/>
          </p:cNvSpPr>
          <p:nvPr/>
        </p:nvSpPr>
        <p:spPr>
          <a:xfrm xmlns:a="http://schemas.openxmlformats.org/drawingml/2006/main">
            <a:off x="6638925" y="3248025"/>
            <a:ext cx="2228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725" b="1">
                <a:solidFill>
                  <a:srgbClr val="FFF6E4"/>
                </a:solidFill>
                <a:latin typeface="Arial"/>
                <a:ea typeface="Arial"/>
                <a:cs typeface="Arial"/>
              </a:defRPr>
            </a:pPr>
            <a:r>
              <a:rPr sz="1725" b="1">
                <a:solidFill>
                  <a:srgbClr val="FFF6E4"/>
                </a:solidFill>
                <a:latin typeface="Arial"/>
                <a:ea typeface="Arial"/>
                <a:cs typeface="Arial"/>
              </a:rPr>
              <a:t>Mines</a:t>
            </a:r>
          </a:p>
        </p:txBody>
      </p:sp>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d2c254fd9d1a4958"/>
          <a:stretch xmlns:a="http://schemas.openxmlformats.org/drawingml/2006/main"/>
        </p:blipFill>
        <p:spPr>
          <a:xfrm xmlns:a="http://schemas.openxmlformats.org/drawingml/2006/main">
            <a:off x="9223052" y="1676400"/>
            <a:ext cx="1842145" cy="1514475"/>
          </a:xfrm>
          <a:prstGeom xmlns:a="http://schemas.openxmlformats.org/drawingml/2006/main" prst="rect">
            <a:avLst/>
          </a:prstGeom>
        </p:spPr>
      </p:pic>
      <p:sp>
        <p:nvSpPr>
          <p:cNvPr id="77" name="">
            <a:extLst xmlns:a="http://schemas.openxmlformats.org/drawingml/2006/main">
              <a:ext uri="{FF2B5EF4-FFF2-40B4-BE49-F238E27FC236}">
                <a16:creationId xmlns:a16="http://schemas.microsoft.com/office/drawing/2014/main" id="{6AFB0505-63AF-4156-A657-12929B2A055A}"/>
              </a:ext>
            </a:extLst>
          </p:cNvPr>
          <p:cNvSpPr>
            <a:spLocks xmlns:a="http://schemas.openxmlformats.org/drawingml/2006/main" noGrp="1"/>
          </p:cNvSpPr>
          <p:nvPr/>
        </p:nvSpPr>
        <p:spPr>
          <a:xfrm xmlns:a="http://schemas.openxmlformats.org/drawingml/2006/main">
            <a:off x="9048750" y="3248025"/>
            <a:ext cx="2228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725" b="1">
                <a:solidFill>
                  <a:srgbClr val="FFF6E4"/>
                </a:solidFill>
                <a:latin typeface="Arial"/>
                <a:ea typeface="Arial"/>
                <a:cs typeface="Arial"/>
              </a:defRPr>
            </a:pPr>
            <a:r>
              <a:rPr sz="1725" b="1">
                <a:solidFill>
                  <a:srgbClr val="FFF6E4"/>
                </a:solidFill>
                <a:latin typeface="Arial"/>
                <a:ea typeface="Arial"/>
                <a:cs typeface="Arial"/>
              </a:rPr>
              <a:t>Patrol Drone</a:t>
            </a:r>
          </a:p>
        </p:txBody>
      </p:sp>
      <p:pic>
        <p:nvPicPr>
          <p:cNvPr id="136" name=""/>
          <p:cNvPicPr>
            <a:picLocks xmlns:a="http://schemas.openxmlformats.org/drawingml/2006/main" noChangeAspect="1"/>
          </p:cNvPicPr>
          <p:nvPr/>
        </p:nvPicPr>
        <p:blipFill>
          <a:blip xmlns:r="http://schemas.openxmlformats.org/officeDocument/2006/relationships" xmlns:a="http://schemas.openxmlformats.org/drawingml/2006/main" r:embed="Rf5686a28772548d1"/>
          <a:stretch xmlns:a="http://schemas.openxmlformats.org/drawingml/2006/main"/>
        </p:blipFill>
        <p:spPr>
          <a:xfrm xmlns:a="http://schemas.openxmlformats.org/drawingml/2006/main">
            <a:off x="6813227" y="3629025"/>
            <a:ext cx="1842145" cy="1514475"/>
          </a:xfrm>
          <a:prstGeom xmlns:a="http://schemas.openxmlformats.org/drawingml/2006/main" prst="rect">
            <a:avLst/>
          </a:prstGeom>
        </p:spPr>
      </p:pic>
      <p:sp>
        <p:nvSpPr>
          <p:cNvPr id="79" name="">
            <a:extLst xmlns:a="http://schemas.openxmlformats.org/drawingml/2006/main">
              <a:ext uri="{FF2B5EF4-FFF2-40B4-BE49-F238E27FC236}">
                <a16:creationId xmlns:a16="http://schemas.microsoft.com/office/drawing/2014/main" id="{BB43E916-742B-4784-AA7B-98C7700CCF3D}"/>
              </a:ext>
            </a:extLst>
          </p:cNvPr>
          <p:cNvSpPr>
            <a:spLocks xmlns:a="http://schemas.openxmlformats.org/drawingml/2006/main" noGrp="1"/>
          </p:cNvSpPr>
          <p:nvPr/>
        </p:nvSpPr>
        <p:spPr>
          <a:xfrm xmlns:a="http://schemas.openxmlformats.org/drawingml/2006/main">
            <a:off x="6638925" y="5200650"/>
            <a:ext cx="2228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725" b="1">
                <a:solidFill>
                  <a:srgbClr val="FFF6E4"/>
                </a:solidFill>
                <a:latin typeface="Arial"/>
                <a:ea typeface="Arial"/>
                <a:cs typeface="Arial"/>
              </a:defRPr>
            </a:pPr>
            <a:r>
              <a:rPr sz="1725" b="1">
                <a:solidFill>
                  <a:srgbClr val="FFF6E4"/>
                </a:solidFill>
                <a:latin typeface="Arial"/>
                <a:ea typeface="Arial"/>
                <a:cs typeface="Arial"/>
              </a:rPr>
              <a:t>Ground Turret</a:t>
            </a:r>
          </a:p>
        </p:txBody>
      </p:sp>
      <p:pic>
        <p:nvPicPr>
          <p:cNvPr id="138" name=""/>
          <p:cNvPicPr>
            <a:picLocks xmlns:a="http://schemas.openxmlformats.org/drawingml/2006/main" noChangeAspect="1"/>
          </p:cNvPicPr>
          <p:nvPr/>
        </p:nvPicPr>
        <p:blipFill>
          <a:blip xmlns:r="http://schemas.openxmlformats.org/officeDocument/2006/relationships" xmlns:a="http://schemas.openxmlformats.org/drawingml/2006/main" r:embed="Rcab6ade70f23491e"/>
          <a:stretch xmlns:a="http://schemas.openxmlformats.org/drawingml/2006/main"/>
        </p:blipFill>
        <p:spPr>
          <a:xfrm xmlns:a="http://schemas.openxmlformats.org/drawingml/2006/main">
            <a:off x="9386888" y="3629025"/>
            <a:ext cx="1514475" cy="1514475"/>
          </a:xfrm>
          <a:prstGeom xmlns:a="http://schemas.openxmlformats.org/drawingml/2006/main" prst="rect">
            <a:avLst/>
          </a:prstGeom>
        </p:spPr>
      </p:pic>
      <p:sp>
        <p:nvSpPr>
          <p:cNvPr id="81" name="">
            <a:extLst xmlns:a="http://schemas.openxmlformats.org/drawingml/2006/main">
              <a:ext uri="{FF2B5EF4-FFF2-40B4-BE49-F238E27FC236}">
                <a16:creationId xmlns:a16="http://schemas.microsoft.com/office/drawing/2014/main" id="{D7C2F8BF-5F1B-4B4C-9E68-0071C9547E2C}"/>
              </a:ext>
            </a:extLst>
          </p:cNvPr>
          <p:cNvSpPr>
            <a:spLocks xmlns:a="http://schemas.openxmlformats.org/drawingml/2006/main" noGrp="1"/>
          </p:cNvSpPr>
          <p:nvPr/>
        </p:nvSpPr>
        <p:spPr>
          <a:xfrm xmlns:a="http://schemas.openxmlformats.org/drawingml/2006/main">
            <a:off x="9048750" y="5200650"/>
            <a:ext cx="2228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725" b="1">
                <a:solidFill>
                  <a:srgbClr val="FFF6E4"/>
                </a:solidFill>
                <a:latin typeface="Arial"/>
                <a:ea typeface="Arial"/>
                <a:cs typeface="Arial"/>
              </a:defRPr>
            </a:pPr>
            <a:r>
              <a:rPr sz="1725" b="1">
                <a:solidFill>
                  <a:srgbClr val="FFF6E4"/>
                </a:solidFill>
                <a:latin typeface="Arial"/>
                <a:ea typeface="Arial"/>
                <a:cs typeface="Arial"/>
              </a:rPr>
              <a:t>Land Drone</a:t>
            </a:r>
          </a:p>
        </p:txBody>
      </p:sp>
      <p:pic>
        <p:nvPicPr>
          <p:cNvPr id="140" name=""/>
          <p:cNvPicPr>
            <a:picLocks xmlns:a="http://schemas.openxmlformats.org/drawingml/2006/main" noChangeAspect="1"/>
          </p:cNvPicPr>
          <p:nvPr/>
        </p:nvPicPr>
        <p:blipFill>
          <a:blip xmlns:r="http://schemas.openxmlformats.org/officeDocument/2006/relationships" xmlns:a="http://schemas.openxmlformats.org/drawingml/2006/main" r:embed="R8cadc26909444b50"/>
          <a:srcRect xmlns:a="http://schemas.openxmlformats.org/drawingml/2006/main" l="79802" t="34295" r="679" b="35530"/>
          <a:stretch xmlns:a="http://schemas.openxmlformats.org/drawingml/2006/main"/>
        </p:blipFill>
        <p:spPr>
          <a:xfrm xmlns:a="http://schemas.openxmlformats.org/drawingml/2006/main">
            <a:off x="6705600" y="5772150"/>
            <a:ext cx="733425" cy="733425"/>
          </a:xfrm>
          <a:prstGeom xmlns:a="http://schemas.openxmlformats.org/drawingml/2006/main" prst="rect">
            <a:avLst/>
          </a:prstGeom>
        </p:spPr>
      </p:pic>
      <p:sp>
        <p:nvSpPr>
          <p:cNvPr id="83" name="">
            <a:extLst xmlns:a="http://schemas.openxmlformats.org/drawingml/2006/main">
              <a:ext uri="{FF2B5EF4-FFF2-40B4-BE49-F238E27FC236}">
                <a16:creationId xmlns:a16="http://schemas.microsoft.com/office/drawing/2014/main" id="{3E79895A-DDC6-4744-8FC1-9F116437A420}"/>
              </a:ext>
            </a:extLst>
          </p:cNvPr>
          <p:cNvSpPr>
            <a:spLocks xmlns:a="http://schemas.openxmlformats.org/drawingml/2006/main" noGrp="1"/>
          </p:cNvSpPr>
          <p:nvPr/>
        </p:nvSpPr>
        <p:spPr>
          <a:xfrm xmlns:a="http://schemas.openxmlformats.org/drawingml/2006/main">
            <a:off x="7572375" y="57435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1">
                <a:solidFill>
                  <a:srgbClr val="FFD44E"/>
                </a:solidFill>
                <a:latin typeface="Arial"/>
                <a:ea typeface="Arial"/>
                <a:cs typeface="Arial"/>
              </a:defRPr>
            </a:pPr>
            <a:r>
              <a:rPr sz="1875" b="1">
                <a:solidFill>
                  <a:srgbClr val="FFD44E"/>
                </a:solidFill>
                <a:latin typeface="Arial"/>
                <a:ea typeface="Arial"/>
                <a:cs typeface="Arial"/>
              </a:rPr>
              <a:t>POWER SHOT</a:t>
            </a:r>
          </a:p>
        </p:txBody>
      </p:sp>
      <p:sp>
        <p:nvSpPr>
          <p:cNvPr id="84" name="">
            <a:extLst xmlns:a="http://schemas.openxmlformats.org/drawingml/2006/main">
              <a:ext uri="{FF2B5EF4-FFF2-40B4-BE49-F238E27FC236}">
                <a16:creationId xmlns:a16="http://schemas.microsoft.com/office/drawing/2014/main" id="{6BB8D8CC-D82F-4104-A123-975910B226AF}"/>
              </a:ext>
            </a:extLst>
          </p:cNvPr>
          <p:cNvSpPr>
            <a:spLocks xmlns:a="http://schemas.openxmlformats.org/drawingml/2006/main" noGrp="1"/>
          </p:cNvSpPr>
          <p:nvPr/>
        </p:nvSpPr>
        <p:spPr>
          <a:xfrm xmlns:a="http://schemas.openxmlformats.org/drawingml/2006/main">
            <a:off x="7572375" y="6134100"/>
            <a:ext cx="3924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00" b="0">
                <a:solidFill>
                  <a:srgbClr val="C6DCEE"/>
                </a:solidFill>
                <a:latin typeface="Arial"/>
                <a:ea typeface="Arial"/>
                <a:cs typeface="Arial"/>
              </a:defRPr>
            </a:pPr>
            <a:r>
              <a:rPr sz="1500" b="0">
                <a:solidFill>
                  <a:srgbClr val="C6DCEE"/>
                </a:solidFill>
                <a:latin typeface="Arial"/>
                <a:ea typeface="Arial"/>
                <a:cs typeface="Arial"/>
              </a:rPr>
              <a:t>Charge 1 second. Triple damage.</a:t>
            </a:r>
          </a:p>
          <a:p xmlns:a="http://schemas.openxmlformats.org/drawingml/2006/main">
            <a:pPr algn="l">
              <a:buNone/>
              <a:defRPr sz="1500" b="0">
                <a:solidFill>
                  <a:srgbClr val="C6DCEE"/>
                </a:solidFill>
                <a:latin typeface="Arial"/>
                <a:ea typeface="Arial"/>
                <a:cs typeface="Arial"/>
              </a:defRPr>
            </a:pPr>
            <a:r>
              <a:rPr sz="1500" b="0">
                <a:solidFill>
                  <a:srgbClr val="C6DCEE"/>
                </a:solidFill>
                <a:latin typeface="Arial"/>
                <a:ea typeface="Arial"/>
                <a:cs typeface="Arial"/>
              </a:rPr>
              <a:t>Breaks steel.</a:t>
            </a:r>
          </a:p>
        </p:txBody>
      </p:sp>
    </p:spTree>
    <p:extLst>
      <p:ext uri="{BB962C8B-B14F-4D97-AF65-F5344CB8AC3E}">
        <p14:creationId xmlns:p14="http://schemas.microsoft.com/office/powerpoint/2010/main" val="10538934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2026-10-07T09:39:15.2530000Z</dcterms:created>
  <dcterms:modified xsi:type="dcterms:W3CDTF">2026-10-07T09:39:15.2530000Z</dcterms:modified>
</coreProperties>
</file>